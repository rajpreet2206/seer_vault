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  <p:sldId id="265" r:id="rId11"/>
    <p:sldId id="266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381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1">
              <a:satOff val="-1029"/>
              <a:lumOff val="-15629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168224"/>
              <a:satOff val="18883"/>
              <a:lumOff val="-3184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-168224"/>
                  <a:satOff val="18883"/>
                  <a:lumOff val="-31844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0DBB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wholeTbl>
    <a:band2H>
      <a:tcTxStyle/>
      <a:tcStyle>
        <a:tcBdr/>
        <a:fill>
          <a:solidFill>
            <a:srgbClr val="FFFB00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410732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41073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7370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/>
      <a:tcStyle>
        <a:tcBdr/>
        <a:fill>
          <a:solidFill>
            <a:srgbClr val="DF9DF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114748"/>
              <a:satOff val="1446"/>
              <a:lumOff val="-896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>
                  <a:hueOff val="114748"/>
                  <a:satOff val="1446"/>
                  <a:lumOff val="-896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satOff val="-21357"/>
              <a:lumOff val="-20662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15161B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4660"/>
  </p:normalViewPr>
  <p:slideViewPr>
    <p:cSldViewPr snapToGrid="0">
      <p:cViewPr varScale="1">
        <p:scale>
          <a:sx n="54" d="100"/>
          <a:sy n="54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323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12268782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7839"/>
            <a:ext cx="21971000" cy="2006601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2621719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/>
            </a:lvl1pPr>
          </a:lstStyle>
          <a:p>
            <a:r>
              <a:t>Presentation Title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y abstract curve and line"/>
          <p:cNvSpPr>
            <a:spLocks noGrp="1"/>
          </p:cNvSpPr>
          <p:nvPr>
            <p:ph type="pic" idx="21"/>
          </p:nvPr>
        </p:nvSpPr>
        <p:spPr>
          <a:xfrm>
            <a:off x="-50800" y="-1828800"/>
            <a:ext cx="24574500" cy="1737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2611945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/>
            </a:lvl1pPr>
          </a:lstStyle>
          <a:p>
            <a:r>
              <a:t>Presentation Title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rridor of an open-air concrete structure under a partly cloudy sky"/>
          <p:cNvSpPr>
            <a:spLocks noGrp="1"/>
          </p:cNvSpPr>
          <p:nvPr>
            <p:ph type="pic" idx="21"/>
          </p:nvPr>
        </p:nvSpPr>
        <p:spPr>
          <a:xfrm>
            <a:off x="8140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494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1" name="View through a mesh-like ceiling under a blue sky"/>
          <p:cNvSpPr>
            <a:spLocks noGrp="1"/>
          </p:cNvSpPr>
          <p:nvPr>
            <p:ph type="pic" idx="22"/>
          </p:nvPr>
        </p:nvSpPr>
        <p:spPr>
          <a:xfrm>
            <a:off x="8140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7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8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solidFill>
          <a:srgbClr val="323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3906899"/>
            <a:ext cx="21971004" cy="4648201"/>
          </a:xfrm>
          <a:prstGeom prst="rect">
            <a:avLst/>
          </a:prstGeom>
        </p:spPr>
        <p:txBody>
          <a:bodyPr anchor="ctr"/>
          <a:lstStyle>
            <a:lvl1pPr>
              <a:defRPr sz="12000" spc="-119"/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Agenda Subtitle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6000"/>
              </a:spcBef>
              <a:buSzTx/>
              <a:buNone/>
              <a:defRPr sz="5000"/>
            </a:lvl1pPr>
            <a:lvl2pPr marL="0" indent="457200" defTabSz="825500">
              <a:spcBef>
                <a:spcPts val="6000"/>
              </a:spcBef>
              <a:buSzTx/>
              <a:buNone/>
              <a:defRPr sz="5000"/>
            </a:lvl2pPr>
            <a:lvl3pPr marL="0" indent="914400" defTabSz="825500">
              <a:spcBef>
                <a:spcPts val="6000"/>
              </a:spcBef>
              <a:buSzTx/>
              <a:buNone/>
              <a:defRPr sz="5000"/>
            </a:lvl3pPr>
            <a:lvl4pPr marL="0" indent="1371600" defTabSz="825500">
              <a:spcBef>
                <a:spcPts val="6000"/>
              </a:spcBef>
              <a:buSzTx/>
              <a:buNone/>
              <a:defRPr sz="5000"/>
            </a:lvl4pPr>
            <a:lvl5pPr marL="0" indent="1828800" defTabSz="825500">
              <a:spcBef>
                <a:spcPts val="6000"/>
              </a:spcBef>
              <a:buSzTx/>
              <a:buNone/>
              <a:defRPr sz="5000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bg>
      <p:bgPr>
        <a:solidFill>
          <a:srgbClr val="323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191644"/>
            <a:ext cx="21971000" cy="40894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bg>
      <p:bgPr>
        <a:solidFill>
          <a:srgbClr val="323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207360"/>
            <a:ext cx="21971000" cy="7351451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bg>
      <p:bgPr>
        <a:solidFill>
          <a:srgbClr val="323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194300" y="4165600"/>
            <a:ext cx="13995400" cy="4428667"/>
          </a:xfrm>
          <a:prstGeom prst="rect">
            <a:avLst/>
          </a:prstGeom>
        </p:spPr>
        <p:txBody>
          <a:bodyPr anchor="b"/>
          <a:lstStyle>
            <a:lvl1pPr marL="254000" indent="-2540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456257" y="9559997"/>
            <a:ext cx="13471486" cy="6985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Attribution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lack and white close-up of curved pieces of paper"/>
          <p:cNvSpPr>
            <a:spLocks noGrp="1"/>
          </p:cNvSpPr>
          <p:nvPr>
            <p:ph type="pic" sz="quarter" idx="21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Grey disc against a grey background"/>
          <p:cNvSpPr>
            <a:spLocks noGrp="1"/>
          </p:cNvSpPr>
          <p:nvPr>
            <p:ph type="pic" sz="quarter" idx="22"/>
          </p:nvPr>
        </p:nvSpPr>
        <p:spPr>
          <a:xfrm>
            <a:off x="14897100" y="3632200"/>
            <a:ext cx="9131300" cy="645707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Abstract image of two grey discs intersecting"/>
          <p:cNvSpPr>
            <a:spLocks noGrp="1"/>
          </p:cNvSpPr>
          <p:nvPr>
            <p:ph type="pic" sz="half" idx="23"/>
          </p:nvPr>
        </p:nvSpPr>
        <p:spPr>
          <a:xfrm>
            <a:off x="-749300" y="3632200"/>
            <a:ext cx="113030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lack and white close-up of woven texture"/>
          <p:cNvSpPr>
            <a:spLocks noGrp="1"/>
          </p:cNvSpPr>
          <p:nvPr>
            <p:ph type="pic" idx="21"/>
          </p:nvPr>
        </p:nvSpPr>
        <p:spPr>
          <a:xfrm>
            <a:off x="-38100" y="-1293994"/>
            <a:ext cx="24447500" cy="1629551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323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60642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38179" y="12443459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ajpreet, August 2025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Rajpreet, August 2025</a:t>
            </a:r>
          </a:p>
        </p:txBody>
      </p:sp>
      <p:sp>
        <p:nvSpPr>
          <p:cNvPr id="172" name="Seer Systems"/>
          <p:cNvSpPr txBox="1">
            <a:spLocks noGrp="1"/>
          </p:cNvSpPr>
          <p:nvPr>
            <p:ph type="subTitle" sz="quarter" idx="1"/>
          </p:nvPr>
        </p:nvSpPr>
        <p:spPr>
          <a:xfrm>
            <a:off x="1206500" y="6399063"/>
            <a:ext cx="21971000" cy="2006601"/>
          </a:xfrm>
          <a:prstGeom prst="rect">
            <a:avLst/>
          </a:prstGeom>
        </p:spPr>
        <p:txBody>
          <a:bodyPr/>
          <a:lstStyle/>
          <a:p>
            <a:r>
              <a:t>Seer Systems</a:t>
            </a:r>
          </a:p>
        </p:txBody>
      </p:sp>
      <p:sp>
        <p:nvSpPr>
          <p:cNvPr id="173" name="Marvin Product Development Model"/>
          <p:cNvSpPr txBox="1">
            <a:spLocks noGrp="1"/>
          </p:cNvSpPr>
          <p:nvPr>
            <p:ph type="ctrTitle"/>
          </p:nvPr>
        </p:nvSpPr>
        <p:spPr>
          <a:xfrm>
            <a:off x="1206500" y="885557"/>
            <a:ext cx="21971000" cy="4648201"/>
          </a:xfrm>
          <a:prstGeom prst="rect">
            <a:avLst/>
          </a:prstGeom>
        </p:spPr>
        <p:txBody>
          <a:bodyPr/>
          <a:lstStyle>
            <a:lvl1pPr>
              <a:defRPr sz="9000" spc="-90"/>
            </a:lvl1pPr>
          </a:lstStyle>
          <a:p>
            <a:r>
              <a:t>Marvin Product Development Model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Modular Vs Microkernel Archit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8000" spc="-79"/>
            </a:lvl1pPr>
          </a:lstStyle>
          <a:p>
            <a:r>
              <a:t>Modular Vs Microkernel Architecture</a:t>
            </a:r>
          </a:p>
        </p:txBody>
      </p:sp>
      <p:sp>
        <p:nvSpPr>
          <p:cNvPr id="176" name="Discuss on the type of architecture we want:"/>
          <p:cNvSpPr txBox="1">
            <a:spLocks noGrp="1"/>
          </p:cNvSpPr>
          <p:nvPr>
            <p:ph type="body" idx="21"/>
          </p:nvPr>
        </p:nvSpPr>
        <p:spPr>
          <a:xfrm>
            <a:off x="1193800" y="2324100"/>
            <a:ext cx="21971000" cy="1003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Discuss on the type of architecture we want:</a:t>
            </a:r>
          </a:p>
        </p:txBody>
      </p:sp>
      <p:sp>
        <p:nvSpPr>
          <p:cNvPr id="177" name="Modular gives a better maintenance in terms of programming separate modules.…"/>
          <p:cNvSpPr txBox="1">
            <a:spLocks noGrp="1"/>
          </p:cNvSpPr>
          <p:nvPr>
            <p:ph type="body" idx="1"/>
          </p:nvPr>
        </p:nvSpPr>
        <p:spPr>
          <a:xfrm>
            <a:off x="1206500" y="4260642"/>
            <a:ext cx="21971000" cy="6389881"/>
          </a:xfrm>
          <a:prstGeom prst="rect">
            <a:avLst/>
          </a:prstGeom>
        </p:spPr>
        <p:txBody>
          <a:bodyPr/>
          <a:lstStyle/>
          <a:p>
            <a:r>
              <a:t>Modular gives a better maintenance in terms of programming separate modules.</a:t>
            </a:r>
          </a:p>
          <a:p>
            <a:r>
              <a:t>Microkernel is more useful for ‘High Security’ scenarios</a:t>
            </a:r>
          </a:p>
          <a:p>
            <a:r>
              <a:t>Microkernel allows for a better separation of low and high privilege tasks and processes</a:t>
            </a:r>
          </a:p>
        </p:txBody>
      </p:sp>
      <p:sp>
        <p:nvSpPr>
          <p:cNvPr id="178" name="Rounded Rectangle"/>
          <p:cNvSpPr/>
          <p:nvPr/>
        </p:nvSpPr>
        <p:spPr>
          <a:xfrm>
            <a:off x="1476897" y="9050842"/>
            <a:ext cx="8709725" cy="3521889"/>
          </a:xfrm>
          <a:prstGeom prst="roundRect">
            <a:avLst>
              <a:gd name="adj" fmla="val 5409"/>
            </a:avLst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sp>
        <p:nvSpPr>
          <p:cNvPr id="179" name="Rounded Rectangle"/>
          <p:cNvSpPr/>
          <p:nvPr/>
        </p:nvSpPr>
        <p:spPr>
          <a:xfrm>
            <a:off x="13549726" y="9050842"/>
            <a:ext cx="9637931" cy="3521889"/>
          </a:xfrm>
          <a:prstGeom prst="roundRect">
            <a:avLst>
              <a:gd name="adj" fmla="val 5409"/>
            </a:avLst>
          </a:prstGeom>
          <a:solidFill>
            <a:schemeClr val="accent2">
              <a:hueOff val="-168224"/>
              <a:satOff val="18883"/>
              <a:lumOff val="-3184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180" name="Microkernel"/>
          <p:cNvSpPr txBox="1"/>
          <p:nvPr/>
        </p:nvSpPr>
        <p:spPr>
          <a:xfrm>
            <a:off x="17451424" y="12804035"/>
            <a:ext cx="2866645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Microkernel</a:t>
            </a:r>
          </a:p>
        </p:txBody>
      </p:sp>
      <p:sp>
        <p:nvSpPr>
          <p:cNvPr id="181" name="Modular"/>
          <p:cNvSpPr txBox="1"/>
          <p:nvPr/>
        </p:nvSpPr>
        <p:spPr>
          <a:xfrm>
            <a:off x="4808139" y="12804035"/>
            <a:ext cx="2075689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Modular</a:t>
            </a:r>
          </a:p>
        </p:txBody>
      </p:sp>
      <p:sp>
        <p:nvSpPr>
          <p:cNvPr id="182" name="Scheduler"/>
          <p:cNvSpPr/>
          <p:nvPr/>
        </p:nvSpPr>
        <p:spPr>
          <a:xfrm>
            <a:off x="1878547" y="9640651"/>
            <a:ext cx="3384126" cy="76962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Scheduler</a:t>
            </a:r>
          </a:p>
        </p:txBody>
      </p:sp>
      <p:sp>
        <p:nvSpPr>
          <p:cNvPr id="183" name="FS1"/>
          <p:cNvSpPr/>
          <p:nvPr/>
        </p:nvSpPr>
        <p:spPr>
          <a:xfrm>
            <a:off x="1878547" y="11229964"/>
            <a:ext cx="1412825" cy="76962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FS1</a:t>
            </a:r>
          </a:p>
        </p:txBody>
      </p:sp>
      <p:sp>
        <p:nvSpPr>
          <p:cNvPr id="184" name="Audio"/>
          <p:cNvSpPr/>
          <p:nvPr/>
        </p:nvSpPr>
        <p:spPr>
          <a:xfrm>
            <a:off x="6358907" y="10156344"/>
            <a:ext cx="3384126" cy="76962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Audio</a:t>
            </a:r>
          </a:p>
        </p:txBody>
      </p:sp>
      <p:sp>
        <p:nvSpPr>
          <p:cNvPr id="185" name="FS2"/>
          <p:cNvSpPr/>
          <p:nvPr/>
        </p:nvSpPr>
        <p:spPr>
          <a:xfrm>
            <a:off x="3793534" y="10786881"/>
            <a:ext cx="1412826" cy="76962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FS2</a:t>
            </a:r>
          </a:p>
        </p:txBody>
      </p:sp>
      <p:sp>
        <p:nvSpPr>
          <p:cNvPr id="186" name="Video"/>
          <p:cNvSpPr/>
          <p:nvPr/>
        </p:nvSpPr>
        <p:spPr>
          <a:xfrm>
            <a:off x="5527132" y="11487810"/>
            <a:ext cx="3384125" cy="76962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Video</a:t>
            </a:r>
          </a:p>
        </p:txBody>
      </p:sp>
      <p:sp>
        <p:nvSpPr>
          <p:cNvPr id="187" name="Kernel (high privilege)"/>
          <p:cNvSpPr/>
          <p:nvPr/>
        </p:nvSpPr>
        <p:spPr>
          <a:xfrm>
            <a:off x="16676628" y="10426975"/>
            <a:ext cx="3384126" cy="769621"/>
          </a:xfrm>
          <a:prstGeom prst="rect">
            <a:avLst/>
          </a:prstGeom>
          <a:solidFill>
            <a:schemeClr val="accent4">
              <a:hueOff val="-41073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rgbClr val="161B21"/>
                </a:solidFill>
              </a:defRPr>
            </a:pPr>
            <a:r>
              <a:t>Kernel </a:t>
            </a:r>
            <a:r>
              <a:rPr sz="2100"/>
              <a:t>(high privilege)</a:t>
            </a:r>
          </a:p>
        </p:txBody>
      </p:sp>
      <p:sp>
        <p:nvSpPr>
          <p:cNvPr id="188" name="USB"/>
          <p:cNvSpPr/>
          <p:nvPr/>
        </p:nvSpPr>
        <p:spPr>
          <a:xfrm>
            <a:off x="14238254" y="9640651"/>
            <a:ext cx="2047241" cy="769621"/>
          </a:xfrm>
          <a:prstGeom prst="rect">
            <a:avLst/>
          </a:prstGeom>
          <a:solidFill>
            <a:schemeClr val="accent4">
              <a:hueOff val="-41073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USB</a:t>
            </a:r>
          </a:p>
        </p:txBody>
      </p:sp>
      <p:sp>
        <p:nvSpPr>
          <p:cNvPr id="189" name="FS1"/>
          <p:cNvSpPr/>
          <p:nvPr/>
        </p:nvSpPr>
        <p:spPr>
          <a:xfrm>
            <a:off x="14909424" y="11487810"/>
            <a:ext cx="2047241" cy="769621"/>
          </a:xfrm>
          <a:prstGeom prst="rect">
            <a:avLst/>
          </a:prstGeom>
          <a:solidFill>
            <a:schemeClr val="accent4">
              <a:hueOff val="-41073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FS1</a:t>
            </a:r>
          </a:p>
        </p:txBody>
      </p:sp>
      <p:sp>
        <p:nvSpPr>
          <p:cNvPr id="190" name="Audio"/>
          <p:cNvSpPr/>
          <p:nvPr/>
        </p:nvSpPr>
        <p:spPr>
          <a:xfrm>
            <a:off x="20374474" y="11487810"/>
            <a:ext cx="2047241" cy="769621"/>
          </a:xfrm>
          <a:prstGeom prst="rect">
            <a:avLst/>
          </a:prstGeom>
          <a:solidFill>
            <a:schemeClr val="accent4">
              <a:hueOff val="-41073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Audio</a:t>
            </a:r>
          </a:p>
        </p:txBody>
      </p:sp>
      <p:sp>
        <p:nvSpPr>
          <p:cNvPr id="191" name="OS Emulator"/>
          <p:cNvSpPr/>
          <p:nvPr/>
        </p:nvSpPr>
        <p:spPr>
          <a:xfrm>
            <a:off x="18739197" y="9366141"/>
            <a:ext cx="3058045" cy="769621"/>
          </a:xfrm>
          <a:prstGeom prst="rect">
            <a:avLst/>
          </a:prstGeom>
          <a:solidFill>
            <a:schemeClr val="accent4">
              <a:hueOff val="-41073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OS Emulator</a:t>
            </a:r>
          </a:p>
        </p:txBody>
      </p:sp>
      <p:sp>
        <p:nvSpPr>
          <p:cNvPr id="192" name="Bell"/>
          <p:cNvSpPr/>
          <p:nvPr/>
        </p:nvSpPr>
        <p:spPr>
          <a:xfrm>
            <a:off x="10876609" y="8749056"/>
            <a:ext cx="548188" cy="667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448" y="0"/>
                </a:moveTo>
                <a:cubicBezTo>
                  <a:pt x="7394" y="0"/>
                  <a:pt x="3298" y="3364"/>
                  <a:pt x="3298" y="7511"/>
                </a:cubicBezTo>
                <a:cubicBezTo>
                  <a:pt x="3298" y="11659"/>
                  <a:pt x="7394" y="15021"/>
                  <a:pt x="12448" y="15021"/>
                </a:cubicBezTo>
                <a:cubicBezTo>
                  <a:pt x="17502" y="15021"/>
                  <a:pt x="21600" y="11659"/>
                  <a:pt x="21600" y="7511"/>
                </a:cubicBezTo>
                <a:cubicBezTo>
                  <a:pt x="21600" y="3364"/>
                  <a:pt x="17502" y="0"/>
                  <a:pt x="12448" y="0"/>
                </a:cubicBezTo>
                <a:close/>
                <a:moveTo>
                  <a:pt x="12448" y="6026"/>
                </a:moveTo>
                <a:cubicBezTo>
                  <a:pt x="13447" y="6026"/>
                  <a:pt x="14256" y="6692"/>
                  <a:pt x="14256" y="7511"/>
                </a:cubicBezTo>
                <a:cubicBezTo>
                  <a:pt x="14256" y="8331"/>
                  <a:pt x="13447" y="8995"/>
                  <a:pt x="12448" y="8995"/>
                </a:cubicBezTo>
                <a:cubicBezTo>
                  <a:pt x="11450" y="8995"/>
                  <a:pt x="10640" y="8331"/>
                  <a:pt x="10640" y="7511"/>
                </a:cubicBezTo>
                <a:cubicBezTo>
                  <a:pt x="10640" y="6692"/>
                  <a:pt x="11450" y="6026"/>
                  <a:pt x="12448" y="6026"/>
                </a:cubicBezTo>
                <a:close/>
                <a:moveTo>
                  <a:pt x="12448" y="6616"/>
                </a:moveTo>
                <a:lnTo>
                  <a:pt x="11505" y="7064"/>
                </a:lnTo>
                <a:lnTo>
                  <a:pt x="11505" y="7958"/>
                </a:lnTo>
                <a:lnTo>
                  <a:pt x="12448" y="8405"/>
                </a:lnTo>
                <a:lnTo>
                  <a:pt x="13393" y="7958"/>
                </a:lnTo>
                <a:lnTo>
                  <a:pt x="13393" y="7064"/>
                </a:lnTo>
                <a:lnTo>
                  <a:pt x="12448" y="6616"/>
                </a:lnTo>
                <a:close/>
                <a:moveTo>
                  <a:pt x="1402" y="8498"/>
                </a:moveTo>
                <a:cubicBezTo>
                  <a:pt x="628" y="8498"/>
                  <a:pt x="0" y="9014"/>
                  <a:pt x="0" y="9649"/>
                </a:cubicBezTo>
                <a:cubicBezTo>
                  <a:pt x="0" y="10285"/>
                  <a:pt x="628" y="10800"/>
                  <a:pt x="1402" y="10800"/>
                </a:cubicBezTo>
                <a:cubicBezTo>
                  <a:pt x="1408" y="10800"/>
                  <a:pt x="1414" y="10800"/>
                  <a:pt x="1421" y="10800"/>
                </a:cubicBezTo>
                <a:cubicBezTo>
                  <a:pt x="2152" y="12441"/>
                  <a:pt x="3430" y="13910"/>
                  <a:pt x="5106" y="15013"/>
                </a:cubicBezTo>
                <a:cubicBezTo>
                  <a:pt x="5620" y="15351"/>
                  <a:pt x="6167" y="15651"/>
                  <a:pt x="6739" y="15912"/>
                </a:cubicBezTo>
                <a:cubicBezTo>
                  <a:pt x="6077" y="16373"/>
                  <a:pt x="5512" y="16899"/>
                  <a:pt x="5512" y="17864"/>
                </a:cubicBezTo>
                <a:lnTo>
                  <a:pt x="5512" y="20338"/>
                </a:lnTo>
                <a:cubicBezTo>
                  <a:pt x="5512" y="21036"/>
                  <a:pt x="6202" y="21600"/>
                  <a:pt x="7052" y="21600"/>
                </a:cubicBezTo>
                <a:lnTo>
                  <a:pt x="11322" y="21600"/>
                </a:lnTo>
                <a:lnTo>
                  <a:pt x="13576" y="21600"/>
                </a:lnTo>
                <a:lnTo>
                  <a:pt x="17847" y="21600"/>
                </a:lnTo>
                <a:cubicBezTo>
                  <a:pt x="18697" y="21600"/>
                  <a:pt x="19385" y="21036"/>
                  <a:pt x="19385" y="20338"/>
                </a:cubicBezTo>
                <a:lnTo>
                  <a:pt x="19385" y="17864"/>
                </a:lnTo>
                <a:cubicBezTo>
                  <a:pt x="19385" y="16105"/>
                  <a:pt x="17513" y="15801"/>
                  <a:pt x="16587" y="14697"/>
                </a:cubicBezTo>
                <a:cubicBezTo>
                  <a:pt x="15310" y="15193"/>
                  <a:pt x="13903" y="15456"/>
                  <a:pt x="12448" y="15456"/>
                </a:cubicBezTo>
                <a:cubicBezTo>
                  <a:pt x="10994" y="15456"/>
                  <a:pt x="9589" y="15193"/>
                  <a:pt x="8312" y="14697"/>
                </a:cubicBezTo>
                <a:cubicBezTo>
                  <a:pt x="8054" y="15004"/>
                  <a:pt x="7725" y="15249"/>
                  <a:pt x="7381" y="15481"/>
                </a:cubicBezTo>
                <a:cubicBezTo>
                  <a:pt x="6754" y="15212"/>
                  <a:pt x="6153" y="14890"/>
                  <a:pt x="5588" y="14518"/>
                </a:cubicBezTo>
                <a:cubicBezTo>
                  <a:pt x="4034" y="13495"/>
                  <a:pt x="2847" y="12137"/>
                  <a:pt x="2162" y="10617"/>
                </a:cubicBezTo>
                <a:cubicBezTo>
                  <a:pt x="2549" y="10413"/>
                  <a:pt x="2804" y="10055"/>
                  <a:pt x="2804" y="9649"/>
                </a:cubicBezTo>
                <a:cubicBezTo>
                  <a:pt x="2804" y="9014"/>
                  <a:pt x="2176" y="8498"/>
                  <a:pt x="1402" y="8498"/>
                </a:cubicBezTo>
                <a:close/>
                <a:moveTo>
                  <a:pt x="7369" y="19297"/>
                </a:moveTo>
                <a:lnTo>
                  <a:pt x="8067" y="19628"/>
                </a:lnTo>
                <a:lnTo>
                  <a:pt x="8067" y="20292"/>
                </a:lnTo>
                <a:lnTo>
                  <a:pt x="7369" y="20623"/>
                </a:lnTo>
                <a:lnTo>
                  <a:pt x="6669" y="20292"/>
                </a:lnTo>
                <a:lnTo>
                  <a:pt x="6669" y="19628"/>
                </a:lnTo>
                <a:lnTo>
                  <a:pt x="7369" y="19297"/>
                </a:lnTo>
                <a:close/>
                <a:moveTo>
                  <a:pt x="17554" y="19297"/>
                </a:moveTo>
                <a:lnTo>
                  <a:pt x="18254" y="19628"/>
                </a:lnTo>
                <a:lnTo>
                  <a:pt x="18254" y="20292"/>
                </a:lnTo>
                <a:lnTo>
                  <a:pt x="17554" y="20623"/>
                </a:lnTo>
                <a:lnTo>
                  <a:pt x="16856" y="20292"/>
                </a:lnTo>
                <a:lnTo>
                  <a:pt x="16856" y="19628"/>
                </a:lnTo>
                <a:lnTo>
                  <a:pt x="17554" y="1929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193" name="Bell"/>
          <p:cNvSpPr/>
          <p:nvPr/>
        </p:nvSpPr>
        <p:spPr>
          <a:xfrm>
            <a:off x="12529390" y="10093961"/>
            <a:ext cx="548187" cy="6678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448" y="0"/>
                </a:moveTo>
                <a:cubicBezTo>
                  <a:pt x="7394" y="0"/>
                  <a:pt x="3298" y="3364"/>
                  <a:pt x="3298" y="7511"/>
                </a:cubicBezTo>
                <a:cubicBezTo>
                  <a:pt x="3298" y="11659"/>
                  <a:pt x="7394" y="15021"/>
                  <a:pt x="12448" y="15021"/>
                </a:cubicBezTo>
                <a:cubicBezTo>
                  <a:pt x="17502" y="15021"/>
                  <a:pt x="21600" y="11659"/>
                  <a:pt x="21600" y="7511"/>
                </a:cubicBezTo>
                <a:cubicBezTo>
                  <a:pt x="21600" y="3364"/>
                  <a:pt x="17502" y="0"/>
                  <a:pt x="12448" y="0"/>
                </a:cubicBezTo>
                <a:close/>
                <a:moveTo>
                  <a:pt x="12448" y="6026"/>
                </a:moveTo>
                <a:cubicBezTo>
                  <a:pt x="13447" y="6026"/>
                  <a:pt x="14256" y="6692"/>
                  <a:pt x="14256" y="7511"/>
                </a:cubicBezTo>
                <a:cubicBezTo>
                  <a:pt x="14256" y="8331"/>
                  <a:pt x="13447" y="8995"/>
                  <a:pt x="12448" y="8995"/>
                </a:cubicBezTo>
                <a:cubicBezTo>
                  <a:pt x="11450" y="8995"/>
                  <a:pt x="10640" y="8331"/>
                  <a:pt x="10640" y="7511"/>
                </a:cubicBezTo>
                <a:cubicBezTo>
                  <a:pt x="10640" y="6692"/>
                  <a:pt x="11450" y="6026"/>
                  <a:pt x="12448" y="6026"/>
                </a:cubicBezTo>
                <a:close/>
                <a:moveTo>
                  <a:pt x="12448" y="6616"/>
                </a:moveTo>
                <a:lnTo>
                  <a:pt x="11505" y="7064"/>
                </a:lnTo>
                <a:lnTo>
                  <a:pt x="11505" y="7958"/>
                </a:lnTo>
                <a:lnTo>
                  <a:pt x="12448" y="8405"/>
                </a:lnTo>
                <a:lnTo>
                  <a:pt x="13393" y="7958"/>
                </a:lnTo>
                <a:lnTo>
                  <a:pt x="13393" y="7064"/>
                </a:lnTo>
                <a:lnTo>
                  <a:pt x="12448" y="6616"/>
                </a:lnTo>
                <a:close/>
                <a:moveTo>
                  <a:pt x="1402" y="8498"/>
                </a:moveTo>
                <a:cubicBezTo>
                  <a:pt x="628" y="8498"/>
                  <a:pt x="0" y="9014"/>
                  <a:pt x="0" y="9649"/>
                </a:cubicBezTo>
                <a:cubicBezTo>
                  <a:pt x="0" y="10285"/>
                  <a:pt x="628" y="10800"/>
                  <a:pt x="1402" y="10800"/>
                </a:cubicBezTo>
                <a:cubicBezTo>
                  <a:pt x="1408" y="10800"/>
                  <a:pt x="1414" y="10800"/>
                  <a:pt x="1421" y="10800"/>
                </a:cubicBezTo>
                <a:cubicBezTo>
                  <a:pt x="2152" y="12441"/>
                  <a:pt x="3430" y="13910"/>
                  <a:pt x="5106" y="15013"/>
                </a:cubicBezTo>
                <a:cubicBezTo>
                  <a:pt x="5620" y="15351"/>
                  <a:pt x="6167" y="15651"/>
                  <a:pt x="6739" y="15912"/>
                </a:cubicBezTo>
                <a:cubicBezTo>
                  <a:pt x="6077" y="16373"/>
                  <a:pt x="5512" y="16899"/>
                  <a:pt x="5512" y="17864"/>
                </a:cubicBezTo>
                <a:lnTo>
                  <a:pt x="5512" y="20338"/>
                </a:lnTo>
                <a:cubicBezTo>
                  <a:pt x="5512" y="21036"/>
                  <a:pt x="6202" y="21600"/>
                  <a:pt x="7052" y="21600"/>
                </a:cubicBezTo>
                <a:lnTo>
                  <a:pt x="11322" y="21600"/>
                </a:lnTo>
                <a:lnTo>
                  <a:pt x="13576" y="21600"/>
                </a:lnTo>
                <a:lnTo>
                  <a:pt x="17847" y="21600"/>
                </a:lnTo>
                <a:cubicBezTo>
                  <a:pt x="18697" y="21600"/>
                  <a:pt x="19385" y="21036"/>
                  <a:pt x="19385" y="20338"/>
                </a:cubicBezTo>
                <a:lnTo>
                  <a:pt x="19385" y="17864"/>
                </a:lnTo>
                <a:cubicBezTo>
                  <a:pt x="19385" y="16105"/>
                  <a:pt x="17513" y="15801"/>
                  <a:pt x="16587" y="14697"/>
                </a:cubicBezTo>
                <a:cubicBezTo>
                  <a:pt x="15310" y="15193"/>
                  <a:pt x="13903" y="15456"/>
                  <a:pt x="12448" y="15456"/>
                </a:cubicBezTo>
                <a:cubicBezTo>
                  <a:pt x="10994" y="15456"/>
                  <a:pt x="9589" y="15193"/>
                  <a:pt x="8312" y="14697"/>
                </a:cubicBezTo>
                <a:cubicBezTo>
                  <a:pt x="8054" y="15004"/>
                  <a:pt x="7725" y="15249"/>
                  <a:pt x="7381" y="15481"/>
                </a:cubicBezTo>
                <a:cubicBezTo>
                  <a:pt x="6754" y="15212"/>
                  <a:pt x="6153" y="14890"/>
                  <a:pt x="5588" y="14518"/>
                </a:cubicBezTo>
                <a:cubicBezTo>
                  <a:pt x="4034" y="13495"/>
                  <a:pt x="2847" y="12137"/>
                  <a:pt x="2162" y="10617"/>
                </a:cubicBezTo>
                <a:cubicBezTo>
                  <a:pt x="2549" y="10413"/>
                  <a:pt x="2804" y="10055"/>
                  <a:pt x="2804" y="9649"/>
                </a:cubicBezTo>
                <a:cubicBezTo>
                  <a:pt x="2804" y="9014"/>
                  <a:pt x="2176" y="8498"/>
                  <a:pt x="1402" y="8498"/>
                </a:cubicBezTo>
                <a:close/>
                <a:moveTo>
                  <a:pt x="7369" y="19297"/>
                </a:moveTo>
                <a:lnTo>
                  <a:pt x="8067" y="19628"/>
                </a:lnTo>
                <a:lnTo>
                  <a:pt x="8067" y="20292"/>
                </a:lnTo>
                <a:lnTo>
                  <a:pt x="7369" y="20623"/>
                </a:lnTo>
                <a:lnTo>
                  <a:pt x="6669" y="20292"/>
                </a:lnTo>
                <a:lnTo>
                  <a:pt x="6669" y="19628"/>
                </a:lnTo>
                <a:lnTo>
                  <a:pt x="7369" y="19297"/>
                </a:lnTo>
                <a:close/>
                <a:moveTo>
                  <a:pt x="17554" y="19297"/>
                </a:moveTo>
                <a:lnTo>
                  <a:pt x="18254" y="19628"/>
                </a:lnTo>
                <a:lnTo>
                  <a:pt x="18254" y="20292"/>
                </a:lnTo>
                <a:lnTo>
                  <a:pt x="17554" y="20623"/>
                </a:lnTo>
                <a:lnTo>
                  <a:pt x="16856" y="20292"/>
                </a:lnTo>
                <a:lnTo>
                  <a:pt x="16856" y="19628"/>
                </a:lnTo>
                <a:lnTo>
                  <a:pt x="17554" y="1929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194" name="Bell"/>
          <p:cNvSpPr/>
          <p:nvPr/>
        </p:nvSpPr>
        <p:spPr>
          <a:xfrm>
            <a:off x="10585925" y="11538670"/>
            <a:ext cx="548187" cy="667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448" y="0"/>
                </a:moveTo>
                <a:cubicBezTo>
                  <a:pt x="7394" y="0"/>
                  <a:pt x="3298" y="3364"/>
                  <a:pt x="3298" y="7511"/>
                </a:cubicBezTo>
                <a:cubicBezTo>
                  <a:pt x="3298" y="11659"/>
                  <a:pt x="7394" y="15021"/>
                  <a:pt x="12448" y="15021"/>
                </a:cubicBezTo>
                <a:cubicBezTo>
                  <a:pt x="17502" y="15021"/>
                  <a:pt x="21600" y="11659"/>
                  <a:pt x="21600" y="7511"/>
                </a:cubicBezTo>
                <a:cubicBezTo>
                  <a:pt x="21600" y="3364"/>
                  <a:pt x="17502" y="0"/>
                  <a:pt x="12448" y="0"/>
                </a:cubicBezTo>
                <a:close/>
                <a:moveTo>
                  <a:pt x="12448" y="6026"/>
                </a:moveTo>
                <a:cubicBezTo>
                  <a:pt x="13447" y="6026"/>
                  <a:pt x="14256" y="6692"/>
                  <a:pt x="14256" y="7511"/>
                </a:cubicBezTo>
                <a:cubicBezTo>
                  <a:pt x="14256" y="8331"/>
                  <a:pt x="13447" y="8995"/>
                  <a:pt x="12448" y="8995"/>
                </a:cubicBezTo>
                <a:cubicBezTo>
                  <a:pt x="11450" y="8995"/>
                  <a:pt x="10640" y="8331"/>
                  <a:pt x="10640" y="7511"/>
                </a:cubicBezTo>
                <a:cubicBezTo>
                  <a:pt x="10640" y="6692"/>
                  <a:pt x="11450" y="6026"/>
                  <a:pt x="12448" y="6026"/>
                </a:cubicBezTo>
                <a:close/>
                <a:moveTo>
                  <a:pt x="12448" y="6616"/>
                </a:moveTo>
                <a:lnTo>
                  <a:pt x="11505" y="7064"/>
                </a:lnTo>
                <a:lnTo>
                  <a:pt x="11505" y="7958"/>
                </a:lnTo>
                <a:lnTo>
                  <a:pt x="12448" y="8405"/>
                </a:lnTo>
                <a:lnTo>
                  <a:pt x="13393" y="7958"/>
                </a:lnTo>
                <a:lnTo>
                  <a:pt x="13393" y="7064"/>
                </a:lnTo>
                <a:lnTo>
                  <a:pt x="12448" y="6616"/>
                </a:lnTo>
                <a:close/>
                <a:moveTo>
                  <a:pt x="1402" y="8498"/>
                </a:moveTo>
                <a:cubicBezTo>
                  <a:pt x="628" y="8498"/>
                  <a:pt x="0" y="9014"/>
                  <a:pt x="0" y="9649"/>
                </a:cubicBezTo>
                <a:cubicBezTo>
                  <a:pt x="0" y="10285"/>
                  <a:pt x="628" y="10800"/>
                  <a:pt x="1402" y="10800"/>
                </a:cubicBezTo>
                <a:cubicBezTo>
                  <a:pt x="1408" y="10800"/>
                  <a:pt x="1414" y="10800"/>
                  <a:pt x="1421" y="10800"/>
                </a:cubicBezTo>
                <a:cubicBezTo>
                  <a:pt x="2152" y="12441"/>
                  <a:pt x="3430" y="13910"/>
                  <a:pt x="5106" y="15013"/>
                </a:cubicBezTo>
                <a:cubicBezTo>
                  <a:pt x="5620" y="15351"/>
                  <a:pt x="6167" y="15651"/>
                  <a:pt x="6739" y="15912"/>
                </a:cubicBezTo>
                <a:cubicBezTo>
                  <a:pt x="6077" y="16373"/>
                  <a:pt x="5512" y="16899"/>
                  <a:pt x="5512" y="17864"/>
                </a:cubicBezTo>
                <a:lnTo>
                  <a:pt x="5512" y="20338"/>
                </a:lnTo>
                <a:cubicBezTo>
                  <a:pt x="5512" y="21036"/>
                  <a:pt x="6202" y="21600"/>
                  <a:pt x="7052" y="21600"/>
                </a:cubicBezTo>
                <a:lnTo>
                  <a:pt x="11322" y="21600"/>
                </a:lnTo>
                <a:lnTo>
                  <a:pt x="13576" y="21600"/>
                </a:lnTo>
                <a:lnTo>
                  <a:pt x="17847" y="21600"/>
                </a:lnTo>
                <a:cubicBezTo>
                  <a:pt x="18697" y="21600"/>
                  <a:pt x="19385" y="21036"/>
                  <a:pt x="19385" y="20338"/>
                </a:cubicBezTo>
                <a:lnTo>
                  <a:pt x="19385" y="17864"/>
                </a:lnTo>
                <a:cubicBezTo>
                  <a:pt x="19385" y="16105"/>
                  <a:pt x="17513" y="15801"/>
                  <a:pt x="16587" y="14697"/>
                </a:cubicBezTo>
                <a:cubicBezTo>
                  <a:pt x="15310" y="15193"/>
                  <a:pt x="13903" y="15456"/>
                  <a:pt x="12448" y="15456"/>
                </a:cubicBezTo>
                <a:cubicBezTo>
                  <a:pt x="10994" y="15456"/>
                  <a:pt x="9589" y="15193"/>
                  <a:pt x="8312" y="14697"/>
                </a:cubicBezTo>
                <a:cubicBezTo>
                  <a:pt x="8054" y="15004"/>
                  <a:pt x="7725" y="15249"/>
                  <a:pt x="7381" y="15481"/>
                </a:cubicBezTo>
                <a:cubicBezTo>
                  <a:pt x="6754" y="15212"/>
                  <a:pt x="6153" y="14890"/>
                  <a:pt x="5588" y="14518"/>
                </a:cubicBezTo>
                <a:cubicBezTo>
                  <a:pt x="4034" y="13495"/>
                  <a:pt x="2847" y="12137"/>
                  <a:pt x="2162" y="10617"/>
                </a:cubicBezTo>
                <a:cubicBezTo>
                  <a:pt x="2549" y="10413"/>
                  <a:pt x="2804" y="10055"/>
                  <a:pt x="2804" y="9649"/>
                </a:cubicBezTo>
                <a:cubicBezTo>
                  <a:pt x="2804" y="9014"/>
                  <a:pt x="2176" y="8498"/>
                  <a:pt x="1402" y="8498"/>
                </a:cubicBezTo>
                <a:close/>
                <a:moveTo>
                  <a:pt x="7369" y="19297"/>
                </a:moveTo>
                <a:lnTo>
                  <a:pt x="8067" y="19628"/>
                </a:lnTo>
                <a:lnTo>
                  <a:pt x="8067" y="20292"/>
                </a:lnTo>
                <a:lnTo>
                  <a:pt x="7369" y="20623"/>
                </a:lnTo>
                <a:lnTo>
                  <a:pt x="6669" y="20292"/>
                </a:lnTo>
                <a:lnTo>
                  <a:pt x="6669" y="19628"/>
                </a:lnTo>
                <a:lnTo>
                  <a:pt x="7369" y="19297"/>
                </a:lnTo>
                <a:close/>
                <a:moveTo>
                  <a:pt x="17554" y="19297"/>
                </a:moveTo>
                <a:lnTo>
                  <a:pt x="18254" y="19628"/>
                </a:lnTo>
                <a:lnTo>
                  <a:pt x="18254" y="20292"/>
                </a:lnTo>
                <a:lnTo>
                  <a:pt x="17554" y="20623"/>
                </a:lnTo>
                <a:lnTo>
                  <a:pt x="16856" y="20292"/>
                </a:lnTo>
                <a:lnTo>
                  <a:pt x="16856" y="19628"/>
                </a:lnTo>
                <a:lnTo>
                  <a:pt x="17554" y="1929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195" name="Bell"/>
          <p:cNvSpPr/>
          <p:nvPr/>
        </p:nvSpPr>
        <p:spPr>
          <a:xfrm>
            <a:off x="10828654" y="9910648"/>
            <a:ext cx="548188" cy="6678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448" y="0"/>
                </a:moveTo>
                <a:cubicBezTo>
                  <a:pt x="7394" y="0"/>
                  <a:pt x="3298" y="3364"/>
                  <a:pt x="3298" y="7511"/>
                </a:cubicBezTo>
                <a:cubicBezTo>
                  <a:pt x="3298" y="11659"/>
                  <a:pt x="7394" y="15021"/>
                  <a:pt x="12448" y="15021"/>
                </a:cubicBezTo>
                <a:cubicBezTo>
                  <a:pt x="17502" y="15021"/>
                  <a:pt x="21600" y="11659"/>
                  <a:pt x="21600" y="7511"/>
                </a:cubicBezTo>
                <a:cubicBezTo>
                  <a:pt x="21600" y="3364"/>
                  <a:pt x="17502" y="0"/>
                  <a:pt x="12448" y="0"/>
                </a:cubicBezTo>
                <a:close/>
                <a:moveTo>
                  <a:pt x="12448" y="6026"/>
                </a:moveTo>
                <a:cubicBezTo>
                  <a:pt x="13447" y="6026"/>
                  <a:pt x="14256" y="6692"/>
                  <a:pt x="14256" y="7511"/>
                </a:cubicBezTo>
                <a:cubicBezTo>
                  <a:pt x="14256" y="8331"/>
                  <a:pt x="13447" y="8995"/>
                  <a:pt x="12448" y="8995"/>
                </a:cubicBezTo>
                <a:cubicBezTo>
                  <a:pt x="11450" y="8995"/>
                  <a:pt x="10640" y="8331"/>
                  <a:pt x="10640" y="7511"/>
                </a:cubicBezTo>
                <a:cubicBezTo>
                  <a:pt x="10640" y="6692"/>
                  <a:pt x="11450" y="6026"/>
                  <a:pt x="12448" y="6026"/>
                </a:cubicBezTo>
                <a:close/>
                <a:moveTo>
                  <a:pt x="12448" y="6616"/>
                </a:moveTo>
                <a:lnTo>
                  <a:pt x="11505" y="7064"/>
                </a:lnTo>
                <a:lnTo>
                  <a:pt x="11505" y="7958"/>
                </a:lnTo>
                <a:lnTo>
                  <a:pt x="12448" y="8405"/>
                </a:lnTo>
                <a:lnTo>
                  <a:pt x="13393" y="7958"/>
                </a:lnTo>
                <a:lnTo>
                  <a:pt x="13393" y="7064"/>
                </a:lnTo>
                <a:lnTo>
                  <a:pt x="12448" y="6616"/>
                </a:lnTo>
                <a:close/>
                <a:moveTo>
                  <a:pt x="1402" y="8498"/>
                </a:moveTo>
                <a:cubicBezTo>
                  <a:pt x="628" y="8498"/>
                  <a:pt x="0" y="9014"/>
                  <a:pt x="0" y="9649"/>
                </a:cubicBezTo>
                <a:cubicBezTo>
                  <a:pt x="0" y="10285"/>
                  <a:pt x="628" y="10800"/>
                  <a:pt x="1402" y="10800"/>
                </a:cubicBezTo>
                <a:cubicBezTo>
                  <a:pt x="1408" y="10800"/>
                  <a:pt x="1414" y="10800"/>
                  <a:pt x="1421" y="10800"/>
                </a:cubicBezTo>
                <a:cubicBezTo>
                  <a:pt x="2152" y="12441"/>
                  <a:pt x="3430" y="13910"/>
                  <a:pt x="5106" y="15013"/>
                </a:cubicBezTo>
                <a:cubicBezTo>
                  <a:pt x="5620" y="15351"/>
                  <a:pt x="6167" y="15651"/>
                  <a:pt x="6739" y="15912"/>
                </a:cubicBezTo>
                <a:cubicBezTo>
                  <a:pt x="6077" y="16373"/>
                  <a:pt x="5512" y="16899"/>
                  <a:pt x="5512" y="17864"/>
                </a:cubicBezTo>
                <a:lnTo>
                  <a:pt x="5512" y="20338"/>
                </a:lnTo>
                <a:cubicBezTo>
                  <a:pt x="5512" y="21036"/>
                  <a:pt x="6202" y="21600"/>
                  <a:pt x="7052" y="21600"/>
                </a:cubicBezTo>
                <a:lnTo>
                  <a:pt x="11322" y="21600"/>
                </a:lnTo>
                <a:lnTo>
                  <a:pt x="13576" y="21600"/>
                </a:lnTo>
                <a:lnTo>
                  <a:pt x="17847" y="21600"/>
                </a:lnTo>
                <a:cubicBezTo>
                  <a:pt x="18697" y="21600"/>
                  <a:pt x="19385" y="21036"/>
                  <a:pt x="19385" y="20338"/>
                </a:cubicBezTo>
                <a:lnTo>
                  <a:pt x="19385" y="17864"/>
                </a:lnTo>
                <a:cubicBezTo>
                  <a:pt x="19385" y="16105"/>
                  <a:pt x="17513" y="15801"/>
                  <a:pt x="16587" y="14697"/>
                </a:cubicBezTo>
                <a:cubicBezTo>
                  <a:pt x="15310" y="15193"/>
                  <a:pt x="13903" y="15456"/>
                  <a:pt x="12448" y="15456"/>
                </a:cubicBezTo>
                <a:cubicBezTo>
                  <a:pt x="10994" y="15456"/>
                  <a:pt x="9589" y="15193"/>
                  <a:pt x="8312" y="14697"/>
                </a:cubicBezTo>
                <a:cubicBezTo>
                  <a:pt x="8054" y="15004"/>
                  <a:pt x="7725" y="15249"/>
                  <a:pt x="7381" y="15481"/>
                </a:cubicBezTo>
                <a:cubicBezTo>
                  <a:pt x="6754" y="15212"/>
                  <a:pt x="6153" y="14890"/>
                  <a:pt x="5588" y="14518"/>
                </a:cubicBezTo>
                <a:cubicBezTo>
                  <a:pt x="4034" y="13495"/>
                  <a:pt x="2847" y="12137"/>
                  <a:pt x="2162" y="10617"/>
                </a:cubicBezTo>
                <a:cubicBezTo>
                  <a:pt x="2549" y="10413"/>
                  <a:pt x="2804" y="10055"/>
                  <a:pt x="2804" y="9649"/>
                </a:cubicBezTo>
                <a:cubicBezTo>
                  <a:pt x="2804" y="9014"/>
                  <a:pt x="2176" y="8498"/>
                  <a:pt x="1402" y="8498"/>
                </a:cubicBezTo>
                <a:close/>
                <a:moveTo>
                  <a:pt x="7369" y="19297"/>
                </a:moveTo>
                <a:lnTo>
                  <a:pt x="8067" y="19628"/>
                </a:lnTo>
                <a:lnTo>
                  <a:pt x="8067" y="20292"/>
                </a:lnTo>
                <a:lnTo>
                  <a:pt x="7369" y="20623"/>
                </a:lnTo>
                <a:lnTo>
                  <a:pt x="6669" y="20292"/>
                </a:lnTo>
                <a:lnTo>
                  <a:pt x="6669" y="19628"/>
                </a:lnTo>
                <a:lnTo>
                  <a:pt x="7369" y="19297"/>
                </a:lnTo>
                <a:close/>
                <a:moveTo>
                  <a:pt x="17554" y="19297"/>
                </a:moveTo>
                <a:lnTo>
                  <a:pt x="18254" y="19628"/>
                </a:lnTo>
                <a:lnTo>
                  <a:pt x="18254" y="20292"/>
                </a:lnTo>
                <a:lnTo>
                  <a:pt x="17554" y="20623"/>
                </a:lnTo>
                <a:lnTo>
                  <a:pt x="16856" y="20292"/>
                </a:lnTo>
                <a:lnTo>
                  <a:pt x="16856" y="19628"/>
                </a:lnTo>
                <a:lnTo>
                  <a:pt x="17554" y="1929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196" name="Bell"/>
          <p:cNvSpPr/>
          <p:nvPr/>
        </p:nvSpPr>
        <p:spPr>
          <a:xfrm>
            <a:off x="12114783" y="8927882"/>
            <a:ext cx="548188" cy="667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448" y="0"/>
                </a:moveTo>
                <a:cubicBezTo>
                  <a:pt x="7394" y="0"/>
                  <a:pt x="3298" y="3364"/>
                  <a:pt x="3298" y="7511"/>
                </a:cubicBezTo>
                <a:cubicBezTo>
                  <a:pt x="3298" y="11659"/>
                  <a:pt x="7394" y="15021"/>
                  <a:pt x="12448" y="15021"/>
                </a:cubicBezTo>
                <a:cubicBezTo>
                  <a:pt x="17502" y="15021"/>
                  <a:pt x="21600" y="11659"/>
                  <a:pt x="21600" y="7511"/>
                </a:cubicBezTo>
                <a:cubicBezTo>
                  <a:pt x="21600" y="3364"/>
                  <a:pt x="17502" y="0"/>
                  <a:pt x="12448" y="0"/>
                </a:cubicBezTo>
                <a:close/>
                <a:moveTo>
                  <a:pt x="12448" y="6026"/>
                </a:moveTo>
                <a:cubicBezTo>
                  <a:pt x="13447" y="6026"/>
                  <a:pt x="14256" y="6692"/>
                  <a:pt x="14256" y="7511"/>
                </a:cubicBezTo>
                <a:cubicBezTo>
                  <a:pt x="14256" y="8331"/>
                  <a:pt x="13447" y="8995"/>
                  <a:pt x="12448" y="8995"/>
                </a:cubicBezTo>
                <a:cubicBezTo>
                  <a:pt x="11450" y="8995"/>
                  <a:pt x="10640" y="8331"/>
                  <a:pt x="10640" y="7511"/>
                </a:cubicBezTo>
                <a:cubicBezTo>
                  <a:pt x="10640" y="6692"/>
                  <a:pt x="11450" y="6026"/>
                  <a:pt x="12448" y="6026"/>
                </a:cubicBezTo>
                <a:close/>
                <a:moveTo>
                  <a:pt x="12448" y="6616"/>
                </a:moveTo>
                <a:lnTo>
                  <a:pt x="11505" y="7064"/>
                </a:lnTo>
                <a:lnTo>
                  <a:pt x="11505" y="7958"/>
                </a:lnTo>
                <a:lnTo>
                  <a:pt x="12448" y="8405"/>
                </a:lnTo>
                <a:lnTo>
                  <a:pt x="13393" y="7958"/>
                </a:lnTo>
                <a:lnTo>
                  <a:pt x="13393" y="7064"/>
                </a:lnTo>
                <a:lnTo>
                  <a:pt x="12448" y="6616"/>
                </a:lnTo>
                <a:close/>
                <a:moveTo>
                  <a:pt x="1402" y="8498"/>
                </a:moveTo>
                <a:cubicBezTo>
                  <a:pt x="628" y="8498"/>
                  <a:pt x="0" y="9014"/>
                  <a:pt x="0" y="9649"/>
                </a:cubicBezTo>
                <a:cubicBezTo>
                  <a:pt x="0" y="10285"/>
                  <a:pt x="628" y="10800"/>
                  <a:pt x="1402" y="10800"/>
                </a:cubicBezTo>
                <a:cubicBezTo>
                  <a:pt x="1408" y="10800"/>
                  <a:pt x="1414" y="10800"/>
                  <a:pt x="1421" y="10800"/>
                </a:cubicBezTo>
                <a:cubicBezTo>
                  <a:pt x="2152" y="12441"/>
                  <a:pt x="3430" y="13910"/>
                  <a:pt x="5106" y="15013"/>
                </a:cubicBezTo>
                <a:cubicBezTo>
                  <a:pt x="5620" y="15351"/>
                  <a:pt x="6167" y="15651"/>
                  <a:pt x="6739" y="15912"/>
                </a:cubicBezTo>
                <a:cubicBezTo>
                  <a:pt x="6077" y="16373"/>
                  <a:pt x="5512" y="16899"/>
                  <a:pt x="5512" y="17864"/>
                </a:cubicBezTo>
                <a:lnTo>
                  <a:pt x="5512" y="20338"/>
                </a:lnTo>
                <a:cubicBezTo>
                  <a:pt x="5512" y="21036"/>
                  <a:pt x="6202" y="21600"/>
                  <a:pt x="7052" y="21600"/>
                </a:cubicBezTo>
                <a:lnTo>
                  <a:pt x="11322" y="21600"/>
                </a:lnTo>
                <a:lnTo>
                  <a:pt x="13576" y="21600"/>
                </a:lnTo>
                <a:lnTo>
                  <a:pt x="17847" y="21600"/>
                </a:lnTo>
                <a:cubicBezTo>
                  <a:pt x="18697" y="21600"/>
                  <a:pt x="19385" y="21036"/>
                  <a:pt x="19385" y="20338"/>
                </a:cubicBezTo>
                <a:lnTo>
                  <a:pt x="19385" y="17864"/>
                </a:lnTo>
                <a:cubicBezTo>
                  <a:pt x="19385" y="16105"/>
                  <a:pt x="17513" y="15801"/>
                  <a:pt x="16587" y="14697"/>
                </a:cubicBezTo>
                <a:cubicBezTo>
                  <a:pt x="15310" y="15193"/>
                  <a:pt x="13903" y="15456"/>
                  <a:pt x="12448" y="15456"/>
                </a:cubicBezTo>
                <a:cubicBezTo>
                  <a:pt x="10994" y="15456"/>
                  <a:pt x="9589" y="15193"/>
                  <a:pt x="8312" y="14697"/>
                </a:cubicBezTo>
                <a:cubicBezTo>
                  <a:pt x="8054" y="15004"/>
                  <a:pt x="7725" y="15249"/>
                  <a:pt x="7381" y="15481"/>
                </a:cubicBezTo>
                <a:cubicBezTo>
                  <a:pt x="6754" y="15212"/>
                  <a:pt x="6153" y="14890"/>
                  <a:pt x="5588" y="14518"/>
                </a:cubicBezTo>
                <a:cubicBezTo>
                  <a:pt x="4034" y="13495"/>
                  <a:pt x="2847" y="12137"/>
                  <a:pt x="2162" y="10617"/>
                </a:cubicBezTo>
                <a:cubicBezTo>
                  <a:pt x="2549" y="10413"/>
                  <a:pt x="2804" y="10055"/>
                  <a:pt x="2804" y="9649"/>
                </a:cubicBezTo>
                <a:cubicBezTo>
                  <a:pt x="2804" y="9014"/>
                  <a:pt x="2176" y="8498"/>
                  <a:pt x="1402" y="8498"/>
                </a:cubicBezTo>
                <a:close/>
                <a:moveTo>
                  <a:pt x="7369" y="19297"/>
                </a:moveTo>
                <a:lnTo>
                  <a:pt x="8067" y="19628"/>
                </a:lnTo>
                <a:lnTo>
                  <a:pt x="8067" y="20292"/>
                </a:lnTo>
                <a:lnTo>
                  <a:pt x="7369" y="20623"/>
                </a:lnTo>
                <a:lnTo>
                  <a:pt x="6669" y="20292"/>
                </a:lnTo>
                <a:lnTo>
                  <a:pt x="6669" y="19628"/>
                </a:lnTo>
                <a:lnTo>
                  <a:pt x="7369" y="19297"/>
                </a:lnTo>
                <a:close/>
                <a:moveTo>
                  <a:pt x="17554" y="19297"/>
                </a:moveTo>
                <a:lnTo>
                  <a:pt x="18254" y="19628"/>
                </a:lnTo>
                <a:lnTo>
                  <a:pt x="18254" y="20292"/>
                </a:lnTo>
                <a:lnTo>
                  <a:pt x="17554" y="20623"/>
                </a:lnTo>
                <a:lnTo>
                  <a:pt x="16856" y="20292"/>
                </a:lnTo>
                <a:lnTo>
                  <a:pt x="16856" y="19628"/>
                </a:lnTo>
                <a:lnTo>
                  <a:pt x="17554" y="1929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197" name="Bell"/>
          <p:cNvSpPr/>
          <p:nvPr/>
        </p:nvSpPr>
        <p:spPr>
          <a:xfrm>
            <a:off x="11905206" y="11052736"/>
            <a:ext cx="548188" cy="667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448" y="0"/>
                </a:moveTo>
                <a:cubicBezTo>
                  <a:pt x="7394" y="0"/>
                  <a:pt x="3298" y="3364"/>
                  <a:pt x="3298" y="7511"/>
                </a:cubicBezTo>
                <a:cubicBezTo>
                  <a:pt x="3298" y="11659"/>
                  <a:pt x="7394" y="15021"/>
                  <a:pt x="12448" y="15021"/>
                </a:cubicBezTo>
                <a:cubicBezTo>
                  <a:pt x="17502" y="15021"/>
                  <a:pt x="21600" y="11659"/>
                  <a:pt x="21600" y="7511"/>
                </a:cubicBezTo>
                <a:cubicBezTo>
                  <a:pt x="21600" y="3364"/>
                  <a:pt x="17502" y="0"/>
                  <a:pt x="12448" y="0"/>
                </a:cubicBezTo>
                <a:close/>
                <a:moveTo>
                  <a:pt x="12448" y="6026"/>
                </a:moveTo>
                <a:cubicBezTo>
                  <a:pt x="13447" y="6026"/>
                  <a:pt x="14256" y="6692"/>
                  <a:pt x="14256" y="7511"/>
                </a:cubicBezTo>
                <a:cubicBezTo>
                  <a:pt x="14256" y="8331"/>
                  <a:pt x="13447" y="8995"/>
                  <a:pt x="12448" y="8995"/>
                </a:cubicBezTo>
                <a:cubicBezTo>
                  <a:pt x="11450" y="8995"/>
                  <a:pt x="10640" y="8331"/>
                  <a:pt x="10640" y="7511"/>
                </a:cubicBezTo>
                <a:cubicBezTo>
                  <a:pt x="10640" y="6692"/>
                  <a:pt x="11450" y="6026"/>
                  <a:pt x="12448" y="6026"/>
                </a:cubicBezTo>
                <a:close/>
                <a:moveTo>
                  <a:pt x="12448" y="6616"/>
                </a:moveTo>
                <a:lnTo>
                  <a:pt x="11505" y="7064"/>
                </a:lnTo>
                <a:lnTo>
                  <a:pt x="11505" y="7958"/>
                </a:lnTo>
                <a:lnTo>
                  <a:pt x="12448" y="8405"/>
                </a:lnTo>
                <a:lnTo>
                  <a:pt x="13393" y="7958"/>
                </a:lnTo>
                <a:lnTo>
                  <a:pt x="13393" y="7064"/>
                </a:lnTo>
                <a:lnTo>
                  <a:pt x="12448" y="6616"/>
                </a:lnTo>
                <a:close/>
                <a:moveTo>
                  <a:pt x="1402" y="8498"/>
                </a:moveTo>
                <a:cubicBezTo>
                  <a:pt x="628" y="8498"/>
                  <a:pt x="0" y="9014"/>
                  <a:pt x="0" y="9649"/>
                </a:cubicBezTo>
                <a:cubicBezTo>
                  <a:pt x="0" y="10285"/>
                  <a:pt x="628" y="10800"/>
                  <a:pt x="1402" y="10800"/>
                </a:cubicBezTo>
                <a:cubicBezTo>
                  <a:pt x="1408" y="10800"/>
                  <a:pt x="1414" y="10800"/>
                  <a:pt x="1421" y="10800"/>
                </a:cubicBezTo>
                <a:cubicBezTo>
                  <a:pt x="2152" y="12441"/>
                  <a:pt x="3430" y="13910"/>
                  <a:pt x="5106" y="15013"/>
                </a:cubicBezTo>
                <a:cubicBezTo>
                  <a:pt x="5620" y="15351"/>
                  <a:pt x="6167" y="15651"/>
                  <a:pt x="6739" y="15912"/>
                </a:cubicBezTo>
                <a:cubicBezTo>
                  <a:pt x="6077" y="16373"/>
                  <a:pt x="5512" y="16899"/>
                  <a:pt x="5512" y="17864"/>
                </a:cubicBezTo>
                <a:lnTo>
                  <a:pt x="5512" y="20338"/>
                </a:lnTo>
                <a:cubicBezTo>
                  <a:pt x="5512" y="21036"/>
                  <a:pt x="6202" y="21600"/>
                  <a:pt x="7052" y="21600"/>
                </a:cubicBezTo>
                <a:lnTo>
                  <a:pt x="11322" y="21600"/>
                </a:lnTo>
                <a:lnTo>
                  <a:pt x="13576" y="21600"/>
                </a:lnTo>
                <a:lnTo>
                  <a:pt x="17847" y="21600"/>
                </a:lnTo>
                <a:cubicBezTo>
                  <a:pt x="18697" y="21600"/>
                  <a:pt x="19385" y="21036"/>
                  <a:pt x="19385" y="20338"/>
                </a:cubicBezTo>
                <a:lnTo>
                  <a:pt x="19385" y="17864"/>
                </a:lnTo>
                <a:cubicBezTo>
                  <a:pt x="19385" y="16105"/>
                  <a:pt x="17513" y="15801"/>
                  <a:pt x="16587" y="14697"/>
                </a:cubicBezTo>
                <a:cubicBezTo>
                  <a:pt x="15310" y="15193"/>
                  <a:pt x="13903" y="15456"/>
                  <a:pt x="12448" y="15456"/>
                </a:cubicBezTo>
                <a:cubicBezTo>
                  <a:pt x="10994" y="15456"/>
                  <a:pt x="9589" y="15193"/>
                  <a:pt x="8312" y="14697"/>
                </a:cubicBezTo>
                <a:cubicBezTo>
                  <a:pt x="8054" y="15004"/>
                  <a:pt x="7725" y="15249"/>
                  <a:pt x="7381" y="15481"/>
                </a:cubicBezTo>
                <a:cubicBezTo>
                  <a:pt x="6754" y="15212"/>
                  <a:pt x="6153" y="14890"/>
                  <a:pt x="5588" y="14518"/>
                </a:cubicBezTo>
                <a:cubicBezTo>
                  <a:pt x="4034" y="13495"/>
                  <a:pt x="2847" y="12137"/>
                  <a:pt x="2162" y="10617"/>
                </a:cubicBezTo>
                <a:cubicBezTo>
                  <a:pt x="2549" y="10413"/>
                  <a:pt x="2804" y="10055"/>
                  <a:pt x="2804" y="9649"/>
                </a:cubicBezTo>
                <a:cubicBezTo>
                  <a:pt x="2804" y="9014"/>
                  <a:pt x="2176" y="8498"/>
                  <a:pt x="1402" y="8498"/>
                </a:cubicBezTo>
                <a:close/>
                <a:moveTo>
                  <a:pt x="7369" y="19297"/>
                </a:moveTo>
                <a:lnTo>
                  <a:pt x="8067" y="19628"/>
                </a:lnTo>
                <a:lnTo>
                  <a:pt x="8067" y="20292"/>
                </a:lnTo>
                <a:lnTo>
                  <a:pt x="7369" y="20623"/>
                </a:lnTo>
                <a:lnTo>
                  <a:pt x="6669" y="20292"/>
                </a:lnTo>
                <a:lnTo>
                  <a:pt x="6669" y="19628"/>
                </a:lnTo>
                <a:lnTo>
                  <a:pt x="7369" y="19297"/>
                </a:lnTo>
                <a:close/>
                <a:moveTo>
                  <a:pt x="17554" y="19297"/>
                </a:moveTo>
                <a:lnTo>
                  <a:pt x="18254" y="19628"/>
                </a:lnTo>
                <a:lnTo>
                  <a:pt x="18254" y="20292"/>
                </a:lnTo>
                <a:lnTo>
                  <a:pt x="17554" y="20623"/>
                </a:lnTo>
                <a:lnTo>
                  <a:pt x="16856" y="20292"/>
                </a:lnTo>
                <a:lnTo>
                  <a:pt x="16856" y="19628"/>
                </a:lnTo>
                <a:lnTo>
                  <a:pt x="17554" y="1929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198" name="Line"/>
          <p:cNvSpPr/>
          <p:nvPr/>
        </p:nvSpPr>
        <p:spPr>
          <a:xfrm>
            <a:off x="11339397" y="12129036"/>
            <a:ext cx="318082" cy="662587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9" name="Processes"/>
          <p:cNvSpPr txBox="1"/>
          <p:nvPr/>
        </p:nvSpPr>
        <p:spPr>
          <a:xfrm>
            <a:off x="10990125" y="12937385"/>
            <a:ext cx="153066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r>
              <a:t>Processes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Line"/>
          <p:cNvSpPr/>
          <p:nvPr/>
        </p:nvSpPr>
        <p:spPr>
          <a:xfrm>
            <a:off x="1494206" y="4970950"/>
            <a:ext cx="2139558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2" name="System Call Interface"/>
          <p:cNvSpPr/>
          <p:nvPr/>
        </p:nvSpPr>
        <p:spPr>
          <a:xfrm>
            <a:off x="1425072" y="2837335"/>
            <a:ext cx="21395586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System Call Interface</a:t>
            </a:r>
          </a:p>
        </p:txBody>
      </p:sp>
      <p:sp>
        <p:nvSpPr>
          <p:cNvPr id="203" name="User Programs"/>
          <p:cNvSpPr/>
          <p:nvPr/>
        </p:nvSpPr>
        <p:spPr>
          <a:xfrm>
            <a:off x="6789033" y="548083"/>
            <a:ext cx="5053582" cy="1270001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User Programs</a:t>
            </a:r>
          </a:p>
        </p:txBody>
      </p:sp>
      <p:sp>
        <p:nvSpPr>
          <p:cNvPr id="204" name="Libraries"/>
          <p:cNvSpPr/>
          <p:nvPr/>
        </p:nvSpPr>
        <p:spPr>
          <a:xfrm>
            <a:off x="14767630" y="843061"/>
            <a:ext cx="5053582" cy="1270001"/>
          </a:xfrm>
          <a:prstGeom prst="roundRect">
            <a:avLst>
              <a:gd name="adj" fmla="val 15000"/>
            </a:avLst>
          </a:prstGeom>
          <a:solidFill>
            <a:schemeClr val="accent1">
              <a:satOff val="-1029"/>
              <a:lumOff val="-1562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/>
            </a:lvl1pPr>
          </a:lstStyle>
          <a:p>
            <a:r>
              <a:t>Libraries</a:t>
            </a:r>
          </a:p>
        </p:txBody>
      </p:sp>
      <p:sp>
        <p:nvSpPr>
          <p:cNvPr id="205" name="Line"/>
          <p:cNvSpPr/>
          <p:nvPr/>
        </p:nvSpPr>
        <p:spPr>
          <a:xfrm>
            <a:off x="11893867" y="1325739"/>
            <a:ext cx="2825235" cy="62761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6" name="Line"/>
          <p:cNvSpPr/>
          <p:nvPr/>
        </p:nvSpPr>
        <p:spPr>
          <a:xfrm>
            <a:off x="9375946" y="2060720"/>
            <a:ext cx="1" cy="604337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7" name="Line"/>
          <p:cNvSpPr/>
          <p:nvPr/>
        </p:nvSpPr>
        <p:spPr>
          <a:xfrm>
            <a:off x="9375946" y="2048020"/>
            <a:ext cx="1" cy="604337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8" name="Network"/>
          <p:cNvSpPr/>
          <p:nvPr/>
        </p:nvSpPr>
        <p:spPr>
          <a:xfrm>
            <a:off x="2536760" y="6505477"/>
            <a:ext cx="5053582" cy="1270001"/>
          </a:xfrm>
          <a:prstGeom prst="roundRect">
            <a:avLst>
              <a:gd name="adj" fmla="val 15000"/>
            </a:avLst>
          </a:prstGeom>
          <a:solidFill>
            <a:schemeClr val="accent3">
              <a:hueOff val="-257786"/>
              <a:satOff val="1851"/>
              <a:lumOff val="24227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Network</a:t>
            </a:r>
          </a:p>
        </p:txBody>
      </p:sp>
      <p:sp>
        <p:nvSpPr>
          <p:cNvPr id="209" name="File Management"/>
          <p:cNvSpPr/>
          <p:nvPr/>
        </p:nvSpPr>
        <p:spPr>
          <a:xfrm>
            <a:off x="8520066" y="6505477"/>
            <a:ext cx="7560651" cy="1270001"/>
          </a:xfrm>
          <a:prstGeom prst="roundRect">
            <a:avLst>
              <a:gd name="adj" fmla="val 15000"/>
            </a:avLst>
          </a:prstGeom>
          <a:solidFill>
            <a:schemeClr val="accent3">
              <a:hueOff val="-257786"/>
              <a:satOff val="1851"/>
              <a:lumOff val="24227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File Management</a:t>
            </a:r>
          </a:p>
        </p:txBody>
      </p:sp>
      <p:sp>
        <p:nvSpPr>
          <p:cNvPr id="210" name="Process Control"/>
          <p:cNvSpPr/>
          <p:nvPr/>
        </p:nvSpPr>
        <p:spPr>
          <a:xfrm>
            <a:off x="16628226" y="6540351"/>
            <a:ext cx="5856881" cy="3671192"/>
          </a:xfrm>
          <a:prstGeom prst="roundRect">
            <a:avLst>
              <a:gd name="adj" fmla="val 5189"/>
            </a:avLst>
          </a:prstGeom>
          <a:solidFill>
            <a:schemeClr val="accent5">
              <a:hueOff val="1220862"/>
              <a:satOff val="15730"/>
              <a:lumOff val="11965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Process Control</a:t>
            </a:r>
          </a:p>
        </p:txBody>
      </p:sp>
      <p:sp>
        <p:nvSpPr>
          <p:cNvPr id="211" name="Hardware Control"/>
          <p:cNvSpPr/>
          <p:nvPr/>
        </p:nvSpPr>
        <p:spPr>
          <a:xfrm>
            <a:off x="6991916" y="10651534"/>
            <a:ext cx="10616952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Hardware Control</a:t>
            </a:r>
          </a:p>
        </p:txBody>
      </p:sp>
      <p:sp>
        <p:nvSpPr>
          <p:cNvPr id="212" name="Line"/>
          <p:cNvSpPr/>
          <p:nvPr/>
        </p:nvSpPr>
        <p:spPr>
          <a:xfrm>
            <a:off x="1494207" y="12180592"/>
            <a:ext cx="21395586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3" name="Hardware"/>
          <p:cNvSpPr/>
          <p:nvPr/>
        </p:nvSpPr>
        <p:spPr>
          <a:xfrm>
            <a:off x="6991916" y="12294534"/>
            <a:ext cx="10616952" cy="1270001"/>
          </a:xfrm>
          <a:prstGeom prst="rect">
            <a:avLst/>
          </a:prstGeom>
          <a:solidFill>
            <a:schemeClr val="accent6">
              <a:hueOff val="190098"/>
              <a:satOff val="1446"/>
              <a:lumOff val="8544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lvl1pPr>
          </a:lstStyle>
          <a:p>
            <a:r>
              <a:t>Hardware </a:t>
            </a:r>
          </a:p>
        </p:txBody>
      </p:sp>
      <p:sp>
        <p:nvSpPr>
          <p:cNvPr id="214" name="Line"/>
          <p:cNvSpPr/>
          <p:nvPr/>
        </p:nvSpPr>
        <p:spPr>
          <a:xfrm>
            <a:off x="5063551" y="5251365"/>
            <a:ext cx="1" cy="986398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5" name="Line"/>
          <p:cNvSpPr/>
          <p:nvPr/>
        </p:nvSpPr>
        <p:spPr>
          <a:xfrm>
            <a:off x="12122864" y="5251365"/>
            <a:ext cx="1" cy="986398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6" name="Line"/>
          <p:cNvSpPr/>
          <p:nvPr/>
        </p:nvSpPr>
        <p:spPr>
          <a:xfrm>
            <a:off x="12122864" y="7955480"/>
            <a:ext cx="1" cy="2323056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7" name="Line"/>
          <p:cNvSpPr/>
          <p:nvPr/>
        </p:nvSpPr>
        <p:spPr>
          <a:xfrm>
            <a:off x="5063551" y="7955479"/>
            <a:ext cx="2770652" cy="2332910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8" name="Line"/>
          <p:cNvSpPr/>
          <p:nvPr/>
        </p:nvSpPr>
        <p:spPr>
          <a:xfrm flipH="1">
            <a:off x="15296565" y="8698256"/>
            <a:ext cx="1191082" cy="1710642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9" name="User Level"/>
          <p:cNvSpPr txBox="1"/>
          <p:nvPr/>
        </p:nvSpPr>
        <p:spPr>
          <a:xfrm>
            <a:off x="261768" y="4119955"/>
            <a:ext cx="3387139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 i="1">
                <a:solidFill>
                  <a:srgbClr val="FF26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User Level</a:t>
            </a:r>
          </a:p>
        </p:txBody>
      </p:sp>
      <p:sp>
        <p:nvSpPr>
          <p:cNvPr id="220" name="Kernel Level"/>
          <p:cNvSpPr txBox="1"/>
          <p:nvPr/>
        </p:nvSpPr>
        <p:spPr>
          <a:xfrm>
            <a:off x="261768" y="5109229"/>
            <a:ext cx="3387139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 i="1">
                <a:solidFill>
                  <a:srgbClr val="00F9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Kernel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Ontology"/>
          <p:cNvSpPr txBox="1">
            <a:spLocks noGrp="1"/>
          </p:cNvSpPr>
          <p:nvPr>
            <p:ph type="title"/>
          </p:nvPr>
        </p:nvSpPr>
        <p:spPr>
          <a:xfrm>
            <a:off x="4565634" y="6847940"/>
            <a:ext cx="3677524" cy="1043608"/>
          </a:xfrm>
          <a:prstGeom prst="rect">
            <a:avLst/>
          </a:prstGeom>
        </p:spPr>
        <p:txBody>
          <a:bodyPr/>
          <a:lstStyle>
            <a:lvl1pPr>
              <a:defRPr sz="6000" spc="-59"/>
            </a:lvl1pPr>
          </a:lstStyle>
          <a:p>
            <a:r>
              <a:t>Ontology</a:t>
            </a:r>
          </a:p>
        </p:txBody>
      </p:sp>
      <p:sp>
        <p:nvSpPr>
          <p:cNvPr id="223" name="Semantics"/>
          <p:cNvSpPr txBox="1"/>
          <p:nvPr/>
        </p:nvSpPr>
        <p:spPr>
          <a:xfrm>
            <a:off x="7718000" y="7371029"/>
            <a:ext cx="3677524" cy="104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2292038">
              <a:lnSpc>
                <a:spcPct val="90000"/>
              </a:lnSpc>
              <a:spcBef>
                <a:spcPts val="0"/>
              </a:spcBef>
              <a:defRPr sz="5640" spc="-56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Semantics</a:t>
            </a:r>
          </a:p>
        </p:txBody>
      </p:sp>
      <p:sp>
        <p:nvSpPr>
          <p:cNvPr id="224" name="Logic"/>
          <p:cNvSpPr txBox="1"/>
          <p:nvPr/>
        </p:nvSpPr>
        <p:spPr>
          <a:xfrm>
            <a:off x="5792882" y="8111653"/>
            <a:ext cx="3677523" cy="104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6000" spc="-59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Logic</a:t>
            </a:r>
          </a:p>
        </p:txBody>
      </p:sp>
      <p:sp>
        <p:nvSpPr>
          <p:cNvPr id="225" name="Adversarial Reasoning"/>
          <p:cNvSpPr txBox="1"/>
          <p:nvPr/>
        </p:nvSpPr>
        <p:spPr>
          <a:xfrm>
            <a:off x="8087093" y="8916406"/>
            <a:ext cx="4629317" cy="1043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1438619">
              <a:lnSpc>
                <a:spcPct val="90000"/>
              </a:lnSpc>
              <a:spcBef>
                <a:spcPts val="0"/>
              </a:spcBef>
              <a:defRPr sz="3539" spc="-3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Adversarial Reasoning</a:t>
            </a:r>
          </a:p>
        </p:txBody>
      </p:sp>
      <p:sp>
        <p:nvSpPr>
          <p:cNvPr id="226" name="State Space Search"/>
          <p:cNvSpPr txBox="1"/>
          <p:nvPr/>
        </p:nvSpPr>
        <p:spPr>
          <a:xfrm>
            <a:off x="11242997" y="6847940"/>
            <a:ext cx="4439759" cy="104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1511770">
              <a:lnSpc>
                <a:spcPct val="90000"/>
              </a:lnSpc>
              <a:spcBef>
                <a:spcPts val="0"/>
              </a:spcBef>
              <a:defRPr sz="3720" spc="-37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State Space Search</a:t>
            </a:r>
          </a:p>
        </p:txBody>
      </p:sp>
      <p:sp>
        <p:nvSpPr>
          <p:cNvPr id="227" name="Knowledge Representation"/>
          <p:cNvSpPr txBox="1"/>
          <p:nvPr/>
        </p:nvSpPr>
        <p:spPr>
          <a:xfrm>
            <a:off x="7315022" y="6167673"/>
            <a:ext cx="5730193" cy="1043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1438619">
              <a:lnSpc>
                <a:spcPct val="90000"/>
              </a:lnSpc>
              <a:spcBef>
                <a:spcPts val="0"/>
              </a:spcBef>
              <a:defRPr sz="3539" spc="-3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Knowledge Representation</a:t>
            </a:r>
          </a:p>
        </p:txBody>
      </p:sp>
      <p:sp>
        <p:nvSpPr>
          <p:cNvPr id="228" name="Constraints"/>
          <p:cNvSpPr txBox="1"/>
          <p:nvPr/>
        </p:nvSpPr>
        <p:spPr>
          <a:xfrm>
            <a:off x="11624115" y="7854144"/>
            <a:ext cx="3677524" cy="104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2023821">
              <a:lnSpc>
                <a:spcPct val="90000"/>
              </a:lnSpc>
              <a:spcBef>
                <a:spcPts val="0"/>
              </a:spcBef>
              <a:defRPr sz="4980" spc="-49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Constraints</a:t>
            </a:r>
          </a:p>
        </p:txBody>
      </p:sp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/>
          <a:stretch>
            <a:fillRect/>
          </a:stretch>
        </p:blipFill>
        <p:spPr>
          <a:xfrm>
            <a:off x="15763340" y="6064025"/>
            <a:ext cx="1516598" cy="261139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Planning"/>
          <p:cNvSpPr txBox="1"/>
          <p:nvPr/>
        </p:nvSpPr>
        <p:spPr>
          <a:xfrm>
            <a:off x="5095678" y="9204356"/>
            <a:ext cx="4629317" cy="1043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6000" spc="-59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Planning</a:t>
            </a:r>
          </a:p>
        </p:txBody>
      </p:sp>
      <p:sp>
        <p:nvSpPr>
          <p:cNvPr id="231" name="Search"/>
          <p:cNvSpPr txBox="1"/>
          <p:nvPr/>
        </p:nvSpPr>
        <p:spPr>
          <a:xfrm>
            <a:off x="13202891" y="9385425"/>
            <a:ext cx="1744939" cy="104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1584920">
              <a:lnSpc>
                <a:spcPct val="90000"/>
              </a:lnSpc>
              <a:spcBef>
                <a:spcPts val="0"/>
              </a:spcBef>
              <a:defRPr sz="3900" spc="-39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Search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asted-movie.png" descr="pasted-movie.png"/>
          <p:cNvPicPr>
            <a:picLocks noChangeAspect="1"/>
          </p:cNvPicPr>
          <p:nvPr/>
        </p:nvPicPr>
        <p:blipFill>
          <a:blip r:embed="rId2">
            <a:alphaModFix amt="21088"/>
            <a:extLst/>
          </a:blip>
          <a:stretch>
            <a:fillRect/>
          </a:stretch>
        </p:blipFill>
        <p:spPr>
          <a:xfrm>
            <a:off x="-1" y="-1595641"/>
            <a:ext cx="24384001" cy="1363484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sp>
        <p:nvSpPr>
          <p:cNvPr id="244" name="Ontology"/>
          <p:cNvSpPr txBox="1">
            <a:spLocks noGrp="1"/>
          </p:cNvSpPr>
          <p:nvPr>
            <p:ph type="title"/>
          </p:nvPr>
        </p:nvSpPr>
        <p:spPr>
          <a:xfrm>
            <a:off x="7176432" y="5409875"/>
            <a:ext cx="1520107" cy="548251"/>
          </a:xfrm>
          <a:prstGeom prst="rect">
            <a:avLst/>
          </a:prstGeom>
        </p:spPr>
        <p:txBody>
          <a:bodyPr/>
          <a:lstStyle>
            <a:lvl1pPr>
              <a:defRPr sz="2400" spc="-24"/>
            </a:lvl1pPr>
          </a:lstStyle>
          <a:p>
            <a:r>
              <a:t>Ontology</a:t>
            </a:r>
          </a:p>
        </p:txBody>
      </p:sp>
      <p:sp>
        <p:nvSpPr>
          <p:cNvPr id="245" name="Semantics"/>
          <p:cNvSpPr txBox="1"/>
          <p:nvPr/>
        </p:nvSpPr>
        <p:spPr>
          <a:xfrm>
            <a:off x="10636311" y="6032093"/>
            <a:ext cx="1744939" cy="663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400" spc="-24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Semantics</a:t>
            </a:r>
          </a:p>
        </p:txBody>
      </p:sp>
      <p:sp>
        <p:nvSpPr>
          <p:cNvPr id="246" name="Logic"/>
          <p:cNvSpPr txBox="1"/>
          <p:nvPr/>
        </p:nvSpPr>
        <p:spPr>
          <a:xfrm>
            <a:off x="8966020" y="6583875"/>
            <a:ext cx="983754" cy="54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400" spc="-24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Logic</a:t>
            </a:r>
          </a:p>
        </p:txBody>
      </p:sp>
      <p:sp>
        <p:nvSpPr>
          <p:cNvPr id="247" name="State Space Search"/>
          <p:cNvSpPr txBox="1"/>
          <p:nvPr/>
        </p:nvSpPr>
        <p:spPr>
          <a:xfrm>
            <a:off x="15795025" y="4480649"/>
            <a:ext cx="2052719" cy="5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1731220">
              <a:lnSpc>
                <a:spcPct val="90000"/>
              </a:lnSpc>
              <a:spcBef>
                <a:spcPts val="0"/>
              </a:spcBef>
              <a:defRPr sz="1703" spc="-17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State Space Search</a:t>
            </a:r>
          </a:p>
        </p:txBody>
      </p:sp>
      <p:sp>
        <p:nvSpPr>
          <p:cNvPr id="248" name="Knowledge Representation"/>
          <p:cNvSpPr txBox="1"/>
          <p:nvPr/>
        </p:nvSpPr>
        <p:spPr>
          <a:xfrm>
            <a:off x="9008426" y="3683455"/>
            <a:ext cx="3916362" cy="54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2292038">
              <a:lnSpc>
                <a:spcPct val="90000"/>
              </a:lnSpc>
              <a:spcBef>
                <a:spcPts val="0"/>
              </a:spcBef>
              <a:defRPr sz="2256" spc="-22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Knowledge Representation</a:t>
            </a:r>
          </a:p>
        </p:txBody>
      </p:sp>
      <p:sp>
        <p:nvSpPr>
          <p:cNvPr id="249" name="Constraints"/>
          <p:cNvSpPr txBox="1"/>
          <p:nvPr/>
        </p:nvSpPr>
        <p:spPr>
          <a:xfrm>
            <a:off x="12424688" y="6774201"/>
            <a:ext cx="2196019" cy="54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400" spc="-24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Constraints</a:t>
            </a:r>
          </a:p>
        </p:txBody>
      </p:sp>
      <p:pic>
        <p:nvPicPr>
          <p:cNvPr id="250" name="pasted-movie.png" descr="pasted-movie.png"/>
          <p:cNvPicPr>
            <a:picLocks noChangeAspect="1"/>
          </p:cNvPicPr>
          <p:nvPr/>
        </p:nvPicPr>
        <p:blipFill>
          <a:blip r:embed="rId3">
            <a:alphaModFix amt="71814"/>
            <a:extLst/>
          </a:blip>
          <a:srcRect/>
          <a:stretch>
            <a:fillRect/>
          </a:stretch>
        </p:blipFill>
        <p:spPr>
          <a:xfrm>
            <a:off x="17856925" y="6059896"/>
            <a:ext cx="745257" cy="1283239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Search"/>
          <p:cNvSpPr txBox="1"/>
          <p:nvPr/>
        </p:nvSpPr>
        <p:spPr>
          <a:xfrm>
            <a:off x="14810464" y="6179641"/>
            <a:ext cx="1744940" cy="1043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400" spc="-24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Search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995935"/>
            <a:ext cx="24384001" cy="13634842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Seer Systems"/>
          <p:cNvSpPr txBox="1"/>
          <p:nvPr/>
        </p:nvSpPr>
        <p:spPr>
          <a:xfrm>
            <a:off x="15911687" y="3815172"/>
            <a:ext cx="1981865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/>
            </a:lvl1pPr>
          </a:lstStyle>
          <a:p>
            <a:r>
              <a:t>Seer Systems</a:t>
            </a:r>
          </a:p>
        </p:txBody>
      </p:sp>
      <p:pic>
        <p:nvPicPr>
          <p:cNvPr id="23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rcRect/>
          <a:stretch>
            <a:fillRect/>
          </a:stretch>
        </p:blipFill>
        <p:spPr>
          <a:xfrm>
            <a:off x="17013053" y="6398143"/>
            <a:ext cx="436168" cy="751026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Program"/>
          <p:cNvSpPr txBox="1"/>
          <p:nvPr/>
        </p:nvSpPr>
        <p:spPr>
          <a:xfrm>
            <a:off x="9893030" y="6760539"/>
            <a:ext cx="812038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"/>
            </a:lvl1pPr>
          </a:lstStyle>
          <a:p>
            <a:r>
              <a:rPr sz="1600" dirty="0"/>
              <a:t>Program</a:t>
            </a:r>
            <a:endParaRPr sz="1200" dirty="0"/>
          </a:p>
        </p:txBody>
      </p:sp>
      <p:sp>
        <p:nvSpPr>
          <p:cNvPr id="240" name="Deploy"/>
          <p:cNvSpPr txBox="1"/>
          <p:nvPr/>
        </p:nvSpPr>
        <p:spPr>
          <a:xfrm>
            <a:off x="11813828" y="6806706"/>
            <a:ext cx="812038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"/>
            </a:lvl1pPr>
          </a:lstStyle>
          <a:p>
            <a:r>
              <a:rPr sz="1600" dirty="0"/>
              <a:t>Deploy</a:t>
            </a:r>
            <a:endParaRPr sz="1100" dirty="0"/>
          </a:p>
        </p:txBody>
      </p:sp>
      <p:sp>
        <p:nvSpPr>
          <p:cNvPr id="241" name="Manage"/>
          <p:cNvSpPr txBox="1"/>
          <p:nvPr/>
        </p:nvSpPr>
        <p:spPr>
          <a:xfrm>
            <a:off x="13671126" y="6800356"/>
            <a:ext cx="812037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"/>
            </a:lvl1pPr>
          </a:lstStyle>
          <a:p>
            <a:r>
              <a:rPr sz="1600" dirty="0"/>
              <a:t>Manage</a:t>
            </a:r>
            <a:endParaRPr sz="12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35768" y="-308619"/>
            <a:ext cx="24384001" cy="13634842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Seer Systems"/>
          <p:cNvSpPr txBox="1"/>
          <p:nvPr/>
        </p:nvSpPr>
        <p:spPr>
          <a:xfrm>
            <a:off x="16151690" y="4235602"/>
            <a:ext cx="2565091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dirty="0"/>
              <a:t>Seer Systems</a:t>
            </a:r>
          </a:p>
        </p:txBody>
      </p:sp>
      <p:sp>
        <p:nvSpPr>
          <p:cNvPr id="5" name="Program">
            <a:extLst>
              <a:ext uri="{FF2B5EF4-FFF2-40B4-BE49-F238E27FC236}">
                <a16:creationId xmlns:a16="http://schemas.microsoft.com/office/drawing/2014/main" id="{3A905345-4040-4E45-A148-A95B766B8A7D}"/>
              </a:ext>
            </a:extLst>
          </p:cNvPr>
          <p:cNvSpPr txBox="1"/>
          <p:nvPr/>
        </p:nvSpPr>
        <p:spPr>
          <a:xfrm>
            <a:off x="9367737" y="7548479"/>
            <a:ext cx="812038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"/>
            </a:lvl1pPr>
          </a:lstStyle>
          <a:p>
            <a:r>
              <a:rPr sz="1600" dirty="0"/>
              <a:t>Program</a:t>
            </a:r>
            <a:endParaRPr sz="1200" dirty="0"/>
          </a:p>
        </p:txBody>
      </p:sp>
      <p:sp>
        <p:nvSpPr>
          <p:cNvPr id="6" name="Deploy">
            <a:extLst>
              <a:ext uri="{FF2B5EF4-FFF2-40B4-BE49-F238E27FC236}">
                <a16:creationId xmlns:a16="http://schemas.microsoft.com/office/drawing/2014/main" id="{3FBEE22B-5F14-40A2-9B50-7CDE4B5EF8EC}"/>
              </a:ext>
            </a:extLst>
          </p:cNvPr>
          <p:cNvSpPr txBox="1"/>
          <p:nvPr/>
        </p:nvSpPr>
        <p:spPr>
          <a:xfrm>
            <a:off x="11785981" y="7548479"/>
            <a:ext cx="812038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"/>
            </a:lvl1pPr>
          </a:lstStyle>
          <a:p>
            <a:r>
              <a:rPr sz="1600" dirty="0"/>
              <a:t>Deploy</a:t>
            </a:r>
            <a:endParaRPr sz="1100" dirty="0"/>
          </a:p>
        </p:txBody>
      </p:sp>
      <p:sp>
        <p:nvSpPr>
          <p:cNvPr id="7" name="Manage">
            <a:extLst>
              <a:ext uri="{FF2B5EF4-FFF2-40B4-BE49-F238E27FC236}">
                <a16:creationId xmlns:a16="http://schemas.microsoft.com/office/drawing/2014/main" id="{455B01F2-474E-4450-9106-B2293BC51FD3}"/>
              </a:ext>
            </a:extLst>
          </p:cNvPr>
          <p:cNvSpPr txBox="1"/>
          <p:nvPr/>
        </p:nvSpPr>
        <p:spPr>
          <a:xfrm>
            <a:off x="14332606" y="7548478"/>
            <a:ext cx="812037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"/>
            </a:lvl1pPr>
          </a:lstStyle>
          <a:p>
            <a:r>
              <a:rPr sz="1600" dirty="0"/>
              <a:t>Manage</a:t>
            </a:r>
            <a:endParaRPr sz="12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Head with Shoulders"/>
          <p:cNvSpPr/>
          <p:nvPr/>
        </p:nvSpPr>
        <p:spPr>
          <a:xfrm>
            <a:off x="771561" y="5676707"/>
            <a:ext cx="1927175" cy="1669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sp>
        <p:nvSpPr>
          <p:cNvPr id="254" name="User"/>
          <p:cNvSpPr txBox="1"/>
          <p:nvPr/>
        </p:nvSpPr>
        <p:spPr>
          <a:xfrm>
            <a:off x="1288616" y="7273642"/>
            <a:ext cx="90906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t>User</a:t>
            </a:r>
          </a:p>
        </p:txBody>
      </p:sp>
      <p:sp>
        <p:nvSpPr>
          <p:cNvPr id="255" name="Line"/>
          <p:cNvSpPr/>
          <p:nvPr/>
        </p:nvSpPr>
        <p:spPr>
          <a:xfrm>
            <a:off x="3080614" y="5734741"/>
            <a:ext cx="4849657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6" name="Line"/>
          <p:cNvSpPr/>
          <p:nvPr/>
        </p:nvSpPr>
        <p:spPr>
          <a:xfrm>
            <a:off x="3080614" y="7584792"/>
            <a:ext cx="4849657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7" name="Query"/>
          <p:cNvSpPr txBox="1"/>
          <p:nvPr/>
        </p:nvSpPr>
        <p:spPr>
          <a:xfrm>
            <a:off x="3592514" y="5142374"/>
            <a:ext cx="3825858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File Upload or </a:t>
            </a:r>
            <a:r>
              <a:rPr dirty="0"/>
              <a:t>Query</a:t>
            </a:r>
          </a:p>
        </p:txBody>
      </p:sp>
      <p:sp>
        <p:nvSpPr>
          <p:cNvPr id="258" name="Streamed Response"/>
          <p:cNvSpPr txBox="1"/>
          <p:nvPr/>
        </p:nvSpPr>
        <p:spPr>
          <a:xfrm>
            <a:off x="3703503" y="6964315"/>
            <a:ext cx="3583306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t>Streamed Response</a:t>
            </a:r>
          </a:p>
        </p:txBody>
      </p:sp>
      <p:sp>
        <p:nvSpPr>
          <p:cNvPr id="259" name="Rectangle"/>
          <p:cNvSpPr/>
          <p:nvPr/>
        </p:nvSpPr>
        <p:spPr>
          <a:xfrm>
            <a:off x="8312150" y="905385"/>
            <a:ext cx="9855436" cy="11212301"/>
          </a:xfrm>
          <a:prstGeom prst="rect">
            <a:avLst/>
          </a:prstGeom>
          <a:solidFill>
            <a:srgbClr val="D5D5D5">
              <a:alpha val="4958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260" name="Rectangle"/>
          <p:cNvSpPr/>
          <p:nvPr/>
        </p:nvSpPr>
        <p:spPr>
          <a:xfrm>
            <a:off x="8841904" y="2985442"/>
            <a:ext cx="4250650" cy="8446995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261" name="Rectangle"/>
          <p:cNvSpPr/>
          <p:nvPr/>
        </p:nvSpPr>
        <p:spPr>
          <a:xfrm>
            <a:off x="14076095" y="2986386"/>
            <a:ext cx="3779902" cy="23900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262" name="AI Agentic Backend"/>
          <p:cNvSpPr txBox="1"/>
          <p:nvPr/>
        </p:nvSpPr>
        <p:spPr>
          <a:xfrm>
            <a:off x="8437081" y="925485"/>
            <a:ext cx="352272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3">
                    <a:hueOff val="-705272"/>
                    <a:satOff val="-43276"/>
                    <a:lumOff val="-19411"/>
                  </a:schemeClr>
                </a:solidFill>
              </a:defRPr>
            </a:lvl1pPr>
          </a:lstStyle>
          <a:p>
            <a:r>
              <a:t>AI Agentic Backend</a:t>
            </a:r>
          </a:p>
        </p:txBody>
      </p:sp>
      <p:sp>
        <p:nvSpPr>
          <p:cNvPr id="263" name="Hosting Platform"/>
          <p:cNvSpPr txBox="1"/>
          <p:nvPr/>
        </p:nvSpPr>
        <p:spPr>
          <a:xfrm>
            <a:off x="8906101" y="3074929"/>
            <a:ext cx="243840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Hosting Platform</a:t>
            </a:r>
          </a:p>
        </p:txBody>
      </p:sp>
      <p:pic>
        <p:nvPicPr>
          <p:cNvPr id="26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04042" y="4115148"/>
            <a:ext cx="893065" cy="893065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Cloud Run Service"/>
          <p:cNvSpPr txBox="1"/>
          <p:nvPr/>
        </p:nvSpPr>
        <p:spPr>
          <a:xfrm>
            <a:off x="10193260" y="4320380"/>
            <a:ext cx="2448968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Cloud Run Service</a:t>
            </a:r>
          </a:p>
        </p:txBody>
      </p:sp>
      <p:sp>
        <p:nvSpPr>
          <p:cNvPr id="266" name="Running frameworks:"/>
          <p:cNvSpPr txBox="1"/>
          <p:nvPr/>
        </p:nvSpPr>
        <p:spPr>
          <a:xfrm>
            <a:off x="8954200" y="5696661"/>
            <a:ext cx="305257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Running frameworks:</a:t>
            </a:r>
          </a:p>
        </p:txBody>
      </p:sp>
      <p:pic>
        <p:nvPicPr>
          <p:cNvPr id="26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96879" y="6395870"/>
            <a:ext cx="605791" cy="605791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Agent Development Kit"/>
          <p:cNvSpPr txBox="1"/>
          <p:nvPr/>
        </p:nvSpPr>
        <p:spPr>
          <a:xfrm>
            <a:off x="9929578" y="6482865"/>
            <a:ext cx="311421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dirty="0"/>
              <a:t>Agent Development Kit</a:t>
            </a:r>
          </a:p>
        </p:txBody>
      </p:sp>
      <p:pic>
        <p:nvPicPr>
          <p:cNvPr id="269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891575" y="7245193"/>
            <a:ext cx="2151309" cy="13445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rcRect l="47383" t="15276" r="28275" b="15276"/>
          <a:stretch>
            <a:fillRect/>
          </a:stretch>
        </p:blipFill>
        <p:spPr>
          <a:xfrm>
            <a:off x="10266409" y="8877235"/>
            <a:ext cx="1690429" cy="1555423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Line"/>
          <p:cNvSpPr/>
          <p:nvPr/>
        </p:nvSpPr>
        <p:spPr>
          <a:xfrm>
            <a:off x="13137793" y="3335279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72" name="GenAI Models"/>
          <p:cNvSpPr txBox="1"/>
          <p:nvPr/>
        </p:nvSpPr>
        <p:spPr>
          <a:xfrm>
            <a:off x="14088795" y="2973329"/>
            <a:ext cx="210891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GenAI Models</a:t>
            </a:r>
          </a:p>
        </p:txBody>
      </p:sp>
      <p:pic>
        <p:nvPicPr>
          <p:cNvPr id="273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rcRect l="13431" t="14765" r="7813" b="14765"/>
          <a:stretch>
            <a:fillRect/>
          </a:stretch>
        </p:blipFill>
        <p:spPr>
          <a:xfrm>
            <a:off x="14228539" y="3509860"/>
            <a:ext cx="998120" cy="893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41433" y="4432885"/>
            <a:ext cx="772352" cy="772352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Gemini"/>
          <p:cNvSpPr txBox="1"/>
          <p:nvPr/>
        </p:nvSpPr>
        <p:spPr>
          <a:xfrm>
            <a:off x="15145632" y="3676945"/>
            <a:ext cx="104051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Gemini</a:t>
            </a:r>
          </a:p>
        </p:txBody>
      </p:sp>
      <p:sp>
        <p:nvSpPr>
          <p:cNvPr id="276" name="Cloud Run with GPU"/>
          <p:cNvSpPr txBox="1"/>
          <p:nvPr/>
        </p:nvSpPr>
        <p:spPr>
          <a:xfrm>
            <a:off x="15120232" y="4577760"/>
            <a:ext cx="270294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Cloud Run with GPU</a:t>
            </a:r>
          </a:p>
        </p:txBody>
      </p:sp>
      <p:sp>
        <p:nvSpPr>
          <p:cNvPr id="277" name="Rectangle"/>
          <p:cNvSpPr/>
          <p:nvPr/>
        </p:nvSpPr>
        <p:spPr>
          <a:xfrm>
            <a:off x="14076095" y="5662974"/>
            <a:ext cx="3779902" cy="23900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278" name="Line"/>
          <p:cNvSpPr/>
          <p:nvPr/>
        </p:nvSpPr>
        <p:spPr>
          <a:xfrm>
            <a:off x="13137793" y="6511535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279" name="pasted-movie.png" descr="pasted-movi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4245756" y="6376147"/>
            <a:ext cx="963706" cy="963706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AlloyDB"/>
          <p:cNvSpPr txBox="1"/>
          <p:nvPr/>
        </p:nvSpPr>
        <p:spPr>
          <a:xfrm>
            <a:off x="15424362" y="6616700"/>
            <a:ext cx="114696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AlloyDB</a:t>
            </a:r>
          </a:p>
        </p:txBody>
      </p:sp>
      <p:sp>
        <p:nvSpPr>
          <p:cNvPr id="281" name="Rectangle"/>
          <p:cNvSpPr/>
          <p:nvPr/>
        </p:nvSpPr>
        <p:spPr>
          <a:xfrm>
            <a:off x="14076095" y="8335561"/>
            <a:ext cx="3779902" cy="30277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282" name="Line"/>
          <p:cNvSpPr/>
          <p:nvPr/>
        </p:nvSpPr>
        <p:spPr>
          <a:xfrm>
            <a:off x="13137793" y="9687791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3" name="Vector Database"/>
          <p:cNvSpPr txBox="1"/>
          <p:nvPr/>
        </p:nvSpPr>
        <p:spPr>
          <a:xfrm>
            <a:off x="14088795" y="5653683"/>
            <a:ext cx="240334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Vector Database</a:t>
            </a:r>
          </a:p>
        </p:txBody>
      </p:sp>
      <p:sp>
        <p:nvSpPr>
          <p:cNvPr id="284" name="Tools"/>
          <p:cNvSpPr txBox="1"/>
          <p:nvPr/>
        </p:nvSpPr>
        <p:spPr>
          <a:xfrm>
            <a:off x="14088795" y="8334037"/>
            <a:ext cx="84338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Tools</a:t>
            </a:r>
          </a:p>
        </p:txBody>
      </p:sp>
      <p:sp>
        <p:nvSpPr>
          <p:cNvPr id="285" name="Gear"/>
          <p:cNvSpPr/>
          <p:nvPr/>
        </p:nvSpPr>
        <p:spPr>
          <a:xfrm>
            <a:off x="14366110" y="8902851"/>
            <a:ext cx="494399" cy="4922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chemeClr val="accent3">
              <a:hueOff val="-705272"/>
              <a:satOff val="-43276"/>
              <a:lumOff val="-1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286" name="Custom Tools for Agents"/>
          <p:cNvSpPr txBox="1"/>
          <p:nvPr/>
        </p:nvSpPr>
        <p:spPr>
          <a:xfrm>
            <a:off x="14910579" y="8926727"/>
            <a:ext cx="2950973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</a:lstStyle>
          <a:p>
            <a:r>
              <a:t>Custom Tools for Agents</a:t>
            </a:r>
          </a:p>
        </p:txBody>
      </p:sp>
      <p:sp>
        <p:nvSpPr>
          <p:cNvPr id="287" name="File Store in AlloyDB…"/>
          <p:cNvSpPr txBox="1"/>
          <p:nvPr/>
        </p:nvSpPr>
        <p:spPr>
          <a:xfrm>
            <a:off x="14347868" y="9691082"/>
            <a:ext cx="3236354" cy="131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File Store in </a:t>
            </a:r>
            <a:r>
              <a:rPr lang="en-IN" dirty="0"/>
              <a:t>Alloy DB</a:t>
            </a:r>
            <a:endParaRPr dirty="0"/>
          </a:p>
          <a:p>
            <a:pPr marL="228600" indent="-228600">
              <a:lnSpc>
                <a:spcPct val="50000"/>
              </a:lnSpc>
              <a:spcBef>
                <a:spcPts val="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Retrieval Mechanism</a:t>
            </a:r>
          </a:p>
          <a:p>
            <a:pPr marL="228600" indent="-228600">
              <a:lnSpc>
                <a:spcPct val="50000"/>
              </a:lnSpc>
              <a:spcBef>
                <a:spcPts val="100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File Categorization</a:t>
            </a:r>
            <a:endParaRPr lang="en-US" dirty="0"/>
          </a:p>
          <a:p>
            <a:pPr marL="228600" indent="-228600">
              <a:lnSpc>
                <a:spcPct val="50000"/>
              </a:lnSpc>
              <a:spcBef>
                <a:spcPts val="100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Entities and Relations Extraction</a:t>
            </a:r>
          </a:p>
        </p:txBody>
      </p:sp>
      <p:sp>
        <p:nvSpPr>
          <p:cNvPr id="288" name="Fig: SeerVault’s High-Level Architecture"/>
          <p:cNvSpPr txBox="1"/>
          <p:nvPr/>
        </p:nvSpPr>
        <p:spPr>
          <a:xfrm>
            <a:off x="8172895" y="12872272"/>
            <a:ext cx="461518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Fig: SeerVault’s High-Level Architecture</a:t>
            </a:r>
          </a:p>
        </p:txBody>
      </p:sp>
      <p:pic>
        <p:nvPicPr>
          <p:cNvPr id="289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6590807" y="10243930"/>
            <a:ext cx="270072" cy="270072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89F0BA-917E-4A1C-B968-A6B0CD4C048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655" y="10535715"/>
            <a:ext cx="731846" cy="781073"/>
          </a:xfrm>
          <a:prstGeom prst="rect">
            <a:avLst/>
          </a:prstGeom>
        </p:spPr>
      </p:pic>
      <p:sp>
        <p:nvSpPr>
          <p:cNvPr id="41" name="Agent Development Kit">
            <a:extLst>
              <a:ext uri="{FF2B5EF4-FFF2-40B4-BE49-F238E27FC236}">
                <a16:creationId xmlns:a16="http://schemas.microsoft.com/office/drawing/2014/main" id="{020F3B49-9A1A-4EFE-9BE2-72FFF6CE7B07}"/>
              </a:ext>
            </a:extLst>
          </p:cNvPr>
          <p:cNvSpPr txBox="1"/>
          <p:nvPr/>
        </p:nvSpPr>
        <p:spPr>
          <a:xfrm>
            <a:off x="10749897" y="10744555"/>
            <a:ext cx="1051570" cy="441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.sl code </a:t>
            </a:r>
            <a:endParaRPr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Head with Shoulders"/>
          <p:cNvSpPr/>
          <p:nvPr/>
        </p:nvSpPr>
        <p:spPr>
          <a:xfrm>
            <a:off x="771561" y="5676707"/>
            <a:ext cx="1927175" cy="1669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sp>
        <p:nvSpPr>
          <p:cNvPr id="292" name="User"/>
          <p:cNvSpPr txBox="1"/>
          <p:nvPr/>
        </p:nvSpPr>
        <p:spPr>
          <a:xfrm>
            <a:off x="1288616" y="7273642"/>
            <a:ext cx="90906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t>User</a:t>
            </a:r>
          </a:p>
        </p:txBody>
      </p:sp>
      <p:sp>
        <p:nvSpPr>
          <p:cNvPr id="293" name="Line"/>
          <p:cNvSpPr/>
          <p:nvPr/>
        </p:nvSpPr>
        <p:spPr>
          <a:xfrm>
            <a:off x="3080614" y="5734741"/>
            <a:ext cx="4849657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94" name="Line"/>
          <p:cNvSpPr/>
          <p:nvPr/>
        </p:nvSpPr>
        <p:spPr>
          <a:xfrm>
            <a:off x="3080614" y="7584792"/>
            <a:ext cx="4849657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96" name="Streamed Response"/>
          <p:cNvSpPr txBox="1"/>
          <p:nvPr/>
        </p:nvSpPr>
        <p:spPr>
          <a:xfrm>
            <a:off x="3703503" y="6964315"/>
            <a:ext cx="3583306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t>Streamed Response</a:t>
            </a:r>
          </a:p>
        </p:txBody>
      </p:sp>
      <p:sp>
        <p:nvSpPr>
          <p:cNvPr id="297" name="Rectangle"/>
          <p:cNvSpPr/>
          <p:nvPr/>
        </p:nvSpPr>
        <p:spPr>
          <a:xfrm>
            <a:off x="8312150" y="905385"/>
            <a:ext cx="9855436" cy="11212301"/>
          </a:xfrm>
          <a:prstGeom prst="rect">
            <a:avLst/>
          </a:prstGeom>
          <a:solidFill>
            <a:srgbClr val="D5D5D5">
              <a:alpha val="4958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298" name="Rectangle"/>
          <p:cNvSpPr/>
          <p:nvPr/>
        </p:nvSpPr>
        <p:spPr>
          <a:xfrm>
            <a:off x="8841904" y="2985442"/>
            <a:ext cx="4250650" cy="8446995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299" name="Rectangle"/>
          <p:cNvSpPr/>
          <p:nvPr/>
        </p:nvSpPr>
        <p:spPr>
          <a:xfrm>
            <a:off x="14076095" y="2986386"/>
            <a:ext cx="3779902" cy="23900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300" name="AI Agentic Backend"/>
          <p:cNvSpPr txBox="1"/>
          <p:nvPr/>
        </p:nvSpPr>
        <p:spPr>
          <a:xfrm>
            <a:off x="8437081" y="925485"/>
            <a:ext cx="352272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3">
                    <a:hueOff val="-705272"/>
                    <a:satOff val="-43276"/>
                    <a:lumOff val="-19411"/>
                  </a:schemeClr>
                </a:solidFill>
              </a:defRPr>
            </a:lvl1pPr>
          </a:lstStyle>
          <a:p>
            <a:r>
              <a:t>AI Agentic Backend</a:t>
            </a:r>
          </a:p>
        </p:txBody>
      </p:sp>
      <p:sp>
        <p:nvSpPr>
          <p:cNvPr id="301" name="Hosting Platform"/>
          <p:cNvSpPr txBox="1"/>
          <p:nvPr/>
        </p:nvSpPr>
        <p:spPr>
          <a:xfrm>
            <a:off x="8906101" y="3074929"/>
            <a:ext cx="243840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Hosting Platform</a:t>
            </a:r>
          </a:p>
        </p:txBody>
      </p:sp>
      <p:sp>
        <p:nvSpPr>
          <p:cNvPr id="304" name="Line"/>
          <p:cNvSpPr/>
          <p:nvPr/>
        </p:nvSpPr>
        <p:spPr>
          <a:xfrm>
            <a:off x="13137793" y="3335279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5" name="GenAI Models"/>
          <p:cNvSpPr txBox="1"/>
          <p:nvPr/>
        </p:nvSpPr>
        <p:spPr>
          <a:xfrm>
            <a:off x="14088795" y="2973329"/>
            <a:ext cx="210891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GenAI Models</a:t>
            </a:r>
          </a:p>
        </p:txBody>
      </p:sp>
      <p:pic>
        <p:nvPicPr>
          <p:cNvPr id="3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13431" t="14765" r="7813" b="14765"/>
          <a:stretch>
            <a:fillRect/>
          </a:stretch>
        </p:blipFill>
        <p:spPr>
          <a:xfrm>
            <a:off x="14228539" y="3509860"/>
            <a:ext cx="998120" cy="893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341433" y="4432885"/>
            <a:ext cx="772352" cy="772352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Gemini"/>
          <p:cNvSpPr txBox="1"/>
          <p:nvPr/>
        </p:nvSpPr>
        <p:spPr>
          <a:xfrm>
            <a:off x="15145632" y="3676945"/>
            <a:ext cx="104051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Gemini</a:t>
            </a:r>
          </a:p>
        </p:txBody>
      </p:sp>
      <p:sp>
        <p:nvSpPr>
          <p:cNvPr id="309" name="Cloud Run with GPU"/>
          <p:cNvSpPr txBox="1"/>
          <p:nvPr/>
        </p:nvSpPr>
        <p:spPr>
          <a:xfrm>
            <a:off x="15120232" y="4577760"/>
            <a:ext cx="270294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Cloud Run with GPU</a:t>
            </a:r>
          </a:p>
        </p:txBody>
      </p:sp>
      <p:sp>
        <p:nvSpPr>
          <p:cNvPr id="310" name="Rectangle"/>
          <p:cNvSpPr/>
          <p:nvPr/>
        </p:nvSpPr>
        <p:spPr>
          <a:xfrm>
            <a:off x="14076095" y="5662974"/>
            <a:ext cx="3779902" cy="23900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311" name="Line"/>
          <p:cNvSpPr/>
          <p:nvPr/>
        </p:nvSpPr>
        <p:spPr>
          <a:xfrm>
            <a:off x="13137793" y="6511535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12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245756" y="6376147"/>
            <a:ext cx="963706" cy="963706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AlloyDB"/>
          <p:cNvSpPr txBox="1"/>
          <p:nvPr/>
        </p:nvSpPr>
        <p:spPr>
          <a:xfrm>
            <a:off x="15424362" y="6616700"/>
            <a:ext cx="114696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AlloyDB</a:t>
            </a:r>
          </a:p>
        </p:txBody>
      </p:sp>
      <p:sp>
        <p:nvSpPr>
          <p:cNvPr id="315" name="Line"/>
          <p:cNvSpPr/>
          <p:nvPr/>
        </p:nvSpPr>
        <p:spPr>
          <a:xfrm>
            <a:off x="13137793" y="9687791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16" name="Vector Database"/>
          <p:cNvSpPr txBox="1"/>
          <p:nvPr/>
        </p:nvSpPr>
        <p:spPr>
          <a:xfrm>
            <a:off x="14088795" y="5653683"/>
            <a:ext cx="240334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Vector Database</a:t>
            </a:r>
          </a:p>
        </p:txBody>
      </p:sp>
      <p:pic>
        <p:nvPicPr>
          <p:cNvPr id="321" name="Rectangle Rectangle" descr="Rectangle Rectangle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650485" y="6195883"/>
            <a:ext cx="1020675" cy="1310649"/>
          </a:xfrm>
          <a:prstGeom prst="rect">
            <a:avLst/>
          </a:prstGeom>
        </p:spPr>
      </p:pic>
      <p:sp>
        <p:nvSpPr>
          <p:cNvPr id="323" name="Robot"/>
          <p:cNvSpPr/>
          <p:nvPr/>
        </p:nvSpPr>
        <p:spPr>
          <a:xfrm>
            <a:off x="16823746" y="6336412"/>
            <a:ext cx="644901" cy="96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7636" y="0"/>
                </a:moveTo>
                <a:cubicBezTo>
                  <a:pt x="7308" y="0"/>
                  <a:pt x="7042" y="178"/>
                  <a:pt x="7042" y="398"/>
                </a:cubicBezTo>
                <a:lnTo>
                  <a:pt x="7042" y="1269"/>
                </a:lnTo>
                <a:cubicBezTo>
                  <a:pt x="7042" y="1360"/>
                  <a:pt x="6932" y="1434"/>
                  <a:pt x="6796" y="1434"/>
                </a:cubicBezTo>
                <a:lnTo>
                  <a:pt x="6444" y="1434"/>
                </a:lnTo>
                <a:cubicBezTo>
                  <a:pt x="6308" y="1434"/>
                  <a:pt x="6197" y="1509"/>
                  <a:pt x="6197" y="1600"/>
                </a:cubicBezTo>
                <a:lnTo>
                  <a:pt x="6197" y="2450"/>
                </a:lnTo>
                <a:cubicBezTo>
                  <a:pt x="6197" y="2541"/>
                  <a:pt x="6308" y="2614"/>
                  <a:pt x="6444" y="2614"/>
                </a:cubicBezTo>
                <a:lnTo>
                  <a:pt x="6796" y="2614"/>
                </a:lnTo>
                <a:cubicBezTo>
                  <a:pt x="6932" y="2614"/>
                  <a:pt x="7042" y="2688"/>
                  <a:pt x="7042" y="2779"/>
                </a:cubicBezTo>
                <a:lnTo>
                  <a:pt x="7042" y="4048"/>
                </a:lnTo>
                <a:lnTo>
                  <a:pt x="4708" y="4048"/>
                </a:lnTo>
                <a:cubicBezTo>
                  <a:pt x="4373" y="4048"/>
                  <a:pt x="4102" y="4230"/>
                  <a:pt x="4102" y="4455"/>
                </a:cubicBezTo>
                <a:lnTo>
                  <a:pt x="4102" y="5592"/>
                </a:lnTo>
                <a:lnTo>
                  <a:pt x="3470" y="5592"/>
                </a:lnTo>
                <a:lnTo>
                  <a:pt x="3470" y="5197"/>
                </a:lnTo>
                <a:cubicBezTo>
                  <a:pt x="3470" y="5006"/>
                  <a:pt x="3238" y="4850"/>
                  <a:pt x="2952" y="4850"/>
                </a:cubicBezTo>
                <a:lnTo>
                  <a:pt x="575" y="4850"/>
                </a:lnTo>
                <a:cubicBezTo>
                  <a:pt x="289" y="4850"/>
                  <a:pt x="57" y="5006"/>
                  <a:pt x="57" y="5197"/>
                </a:cubicBezTo>
                <a:lnTo>
                  <a:pt x="57" y="9364"/>
                </a:lnTo>
                <a:cubicBezTo>
                  <a:pt x="57" y="9530"/>
                  <a:pt x="233" y="9669"/>
                  <a:pt x="464" y="9703"/>
                </a:cubicBezTo>
                <a:lnTo>
                  <a:pt x="464" y="10395"/>
                </a:lnTo>
                <a:cubicBezTo>
                  <a:pt x="233" y="10429"/>
                  <a:pt x="57" y="10568"/>
                  <a:pt x="57" y="10734"/>
                </a:cubicBezTo>
                <a:lnTo>
                  <a:pt x="57" y="13326"/>
                </a:lnTo>
                <a:cubicBezTo>
                  <a:pt x="57" y="13518"/>
                  <a:pt x="290" y="13672"/>
                  <a:pt x="575" y="13672"/>
                </a:cubicBezTo>
                <a:lnTo>
                  <a:pt x="771" y="13672"/>
                </a:lnTo>
                <a:lnTo>
                  <a:pt x="117" y="14205"/>
                </a:lnTo>
                <a:cubicBezTo>
                  <a:pt x="10" y="14293"/>
                  <a:pt x="-27" y="14412"/>
                  <a:pt x="19" y="14521"/>
                </a:cubicBezTo>
                <a:lnTo>
                  <a:pt x="480" y="15614"/>
                </a:lnTo>
                <a:cubicBezTo>
                  <a:pt x="506" y="15676"/>
                  <a:pt x="590" y="15719"/>
                  <a:pt x="686" y="15719"/>
                </a:cubicBezTo>
                <a:lnTo>
                  <a:pt x="1020" y="15719"/>
                </a:lnTo>
                <a:cubicBezTo>
                  <a:pt x="1138" y="15719"/>
                  <a:pt x="1234" y="15655"/>
                  <a:pt x="1234" y="15576"/>
                </a:cubicBezTo>
                <a:lnTo>
                  <a:pt x="1234" y="14788"/>
                </a:lnTo>
                <a:cubicBezTo>
                  <a:pt x="1234" y="14591"/>
                  <a:pt x="1472" y="14431"/>
                  <a:pt x="1765" y="14431"/>
                </a:cubicBezTo>
                <a:cubicBezTo>
                  <a:pt x="2058" y="14431"/>
                  <a:pt x="2293" y="14591"/>
                  <a:pt x="2293" y="14788"/>
                </a:cubicBezTo>
                <a:lnTo>
                  <a:pt x="2293" y="15576"/>
                </a:lnTo>
                <a:cubicBezTo>
                  <a:pt x="2293" y="15655"/>
                  <a:pt x="2389" y="15719"/>
                  <a:pt x="2507" y="15719"/>
                </a:cubicBezTo>
                <a:lnTo>
                  <a:pt x="2842" y="15719"/>
                </a:lnTo>
                <a:cubicBezTo>
                  <a:pt x="2937" y="15719"/>
                  <a:pt x="3022" y="15676"/>
                  <a:pt x="3048" y="15614"/>
                </a:cubicBezTo>
                <a:lnTo>
                  <a:pt x="3508" y="14521"/>
                </a:lnTo>
                <a:cubicBezTo>
                  <a:pt x="3554" y="14412"/>
                  <a:pt x="3518" y="14293"/>
                  <a:pt x="3410" y="14205"/>
                </a:cubicBezTo>
                <a:lnTo>
                  <a:pt x="2756" y="13672"/>
                </a:lnTo>
                <a:lnTo>
                  <a:pt x="2952" y="13672"/>
                </a:lnTo>
                <a:cubicBezTo>
                  <a:pt x="3238" y="13672"/>
                  <a:pt x="3470" y="13518"/>
                  <a:pt x="3470" y="13326"/>
                </a:cubicBezTo>
                <a:lnTo>
                  <a:pt x="3470" y="10734"/>
                </a:lnTo>
                <a:cubicBezTo>
                  <a:pt x="3470" y="10568"/>
                  <a:pt x="3297" y="10429"/>
                  <a:pt x="3065" y="10395"/>
                </a:cubicBezTo>
                <a:lnTo>
                  <a:pt x="3065" y="9703"/>
                </a:lnTo>
                <a:cubicBezTo>
                  <a:pt x="3297" y="9669"/>
                  <a:pt x="3470" y="9530"/>
                  <a:pt x="3470" y="9364"/>
                </a:cubicBezTo>
                <a:lnTo>
                  <a:pt x="3470" y="7843"/>
                </a:lnTo>
                <a:lnTo>
                  <a:pt x="4102" y="7843"/>
                </a:lnTo>
                <a:lnTo>
                  <a:pt x="4102" y="13265"/>
                </a:lnTo>
                <a:cubicBezTo>
                  <a:pt x="4102" y="13490"/>
                  <a:pt x="4373" y="13672"/>
                  <a:pt x="4708" y="13672"/>
                </a:cubicBezTo>
                <a:lnTo>
                  <a:pt x="5367" y="13672"/>
                </a:lnTo>
                <a:lnTo>
                  <a:pt x="5367" y="19636"/>
                </a:lnTo>
                <a:cubicBezTo>
                  <a:pt x="5367" y="19764"/>
                  <a:pt x="5302" y="19890"/>
                  <a:pt x="5186" y="19992"/>
                </a:cubicBezTo>
                <a:lnTo>
                  <a:pt x="4326" y="20751"/>
                </a:lnTo>
                <a:cubicBezTo>
                  <a:pt x="4210" y="20853"/>
                  <a:pt x="4145" y="20979"/>
                  <a:pt x="4145" y="21107"/>
                </a:cubicBezTo>
                <a:lnTo>
                  <a:pt x="4145" y="21327"/>
                </a:lnTo>
                <a:cubicBezTo>
                  <a:pt x="4145" y="21477"/>
                  <a:pt x="4328" y="21600"/>
                  <a:pt x="4552" y="21600"/>
                </a:cubicBezTo>
                <a:lnTo>
                  <a:pt x="9040" y="21600"/>
                </a:lnTo>
                <a:cubicBezTo>
                  <a:pt x="9264" y="21600"/>
                  <a:pt x="9447" y="21477"/>
                  <a:pt x="9447" y="21327"/>
                </a:cubicBezTo>
                <a:lnTo>
                  <a:pt x="9447" y="13672"/>
                </a:lnTo>
                <a:lnTo>
                  <a:pt x="12099" y="13672"/>
                </a:lnTo>
                <a:lnTo>
                  <a:pt x="12099" y="21327"/>
                </a:lnTo>
                <a:cubicBezTo>
                  <a:pt x="12099" y="21477"/>
                  <a:pt x="12282" y="21600"/>
                  <a:pt x="12506" y="21600"/>
                </a:cubicBezTo>
                <a:lnTo>
                  <a:pt x="16994" y="21600"/>
                </a:lnTo>
                <a:cubicBezTo>
                  <a:pt x="17218" y="21600"/>
                  <a:pt x="17399" y="21477"/>
                  <a:pt x="17399" y="21327"/>
                </a:cubicBezTo>
                <a:lnTo>
                  <a:pt x="17399" y="21107"/>
                </a:lnTo>
                <a:cubicBezTo>
                  <a:pt x="17399" y="20979"/>
                  <a:pt x="17336" y="20853"/>
                  <a:pt x="17220" y="20751"/>
                </a:cubicBezTo>
                <a:lnTo>
                  <a:pt x="16357" y="19992"/>
                </a:lnTo>
                <a:cubicBezTo>
                  <a:pt x="16241" y="19890"/>
                  <a:pt x="16179" y="19764"/>
                  <a:pt x="16179" y="19636"/>
                </a:cubicBezTo>
                <a:lnTo>
                  <a:pt x="16179" y="13672"/>
                </a:lnTo>
                <a:lnTo>
                  <a:pt x="16838" y="13672"/>
                </a:lnTo>
                <a:cubicBezTo>
                  <a:pt x="17173" y="13672"/>
                  <a:pt x="17444" y="13490"/>
                  <a:pt x="17444" y="13265"/>
                </a:cubicBezTo>
                <a:lnTo>
                  <a:pt x="17444" y="7843"/>
                </a:lnTo>
                <a:lnTo>
                  <a:pt x="18075" y="7843"/>
                </a:lnTo>
                <a:lnTo>
                  <a:pt x="18075" y="9364"/>
                </a:lnTo>
                <a:cubicBezTo>
                  <a:pt x="18075" y="9530"/>
                  <a:pt x="18249" y="9669"/>
                  <a:pt x="18480" y="9703"/>
                </a:cubicBezTo>
                <a:lnTo>
                  <a:pt x="18480" y="10395"/>
                </a:lnTo>
                <a:cubicBezTo>
                  <a:pt x="18249" y="10429"/>
                  <a:pt x="18075" y="10568"/>
                  <a:pt x="18075" y="10734"/>
                </a:cubicBezTo>
                <a:lnTo>
                  <a:pt x="18075" y="13326"/>
                </a:lnTo>
                <a:cubicBezTo>
                  <a:pt x="18075" y="13518"/>
                  <a:pt x="18308" y="13672"/>
                  <a:pt x="18594" y="13672"/>
                </a:cubicBezTo>
                <a:lnTo>
                  <a:pt x="18790" y="13672"/>
                </a:lnTo>
                <a:lnTo>
                  <a:pt x="18136" y="14205"/>
                </a:lnTo>
                <a:cubicBezTo>
                  <a:pt x="18028" y="14293"/>
                  <a:pt x="17991" y="14412"/>
                  <a:pt x="18038" y="14521"/>
                </a:cubicBezTo>
                <a:lnTo>
                  <a:pt x="18498" y="15614"/>
                </a:lnTo>
                <a:cubicBezTo>
                  <a:pt x="18524" y="15676"/>
                  <a:pt x="18609" y="15719"/>
                  <a:pt x="18704" y="15719"/>
                </a:cubicBezTo>
                <a:lnTo>
                  <a:pt x="19039" y="15719"/>
                </a:lnTo>
                <a:cubicBezTo>
                  <a:pt x="19157" y="15719"/>
                  <a:pt x="19250" y="15655"/>
                  <a:pt x="19250" y="15576"/>
                </a:cubicBezTo>
                <a:lnTo>
                  <a:pt x="19250" y="14788"/>
                </a:lnTo>
                <a:cubicBezTo>
                  <a:pt x="19250" y="14591"/>
                  <a:pt x="19488" y="14431"/>
                  <a:pt x="19781" y="14431"/>
                </a:cubicBezTo>
                <a:cubicBezTo>
                  <a:pt x="20074" y="14431"/>
                  <a:pt x="20312" y="14591"/>
                  <a:pt x="20312" y="14788"/>
                </a:cubicBezTo>
                <a:lnTo>
                  <a:pt x="20312" y="15576"/>
                </a:lnTo>
                <a:cubicBezTo>
                  <a:pt x="20312" y="15655"/>
                  <a:pt x="20408" y="15719"/>
                  <a:pt x="20525" y="15719"/>
                </a:cubicBezTo>
                <a:lnTo>
                  <a:pt x="20860" y="15719"/>
                </a:lnTo>
                <a:cubicBezTo>
                  <a:pt x="20955" y="15719"/>
                  <a:pt x="21038" y="15676"/>
                  <a:pt x="21064" y="15614"/>
                </a:cubicBezTo>
                <a:lnTo>
                  <a:pt x="21527" y="14521"/>
                </a:lnTo>
                <a:cubicBezTo>
                  <a:pt x="21573" y="14412"/>
                  <a:pt x="21536" y="14293"/>
                  <a:pt x="21429" y="14205"/>
                </a:cubicBezTo>
                <a:lnTo>
                  <a:pt x="20775" y="13672"/>
                </a:lnTo>
                <a:lnTo>
                  <a:pt x="20971" y="13672"/>
                </a:lnTo>
                <a:cubicBezTo>
                  <a:pt x="21256" y="13672"/>
                  <a:pt x="21489" y="13518"/>
                  <a:pt x="21489" y="13326"/>
                </a:cubicBezTo>
                <a:lnTo>
                  <a:pt x="21489" y="10734"/>
                </a:lnTo>
                <a:cubicBezTo>
                  <a:pt x="21489" y="10568"/>
                  <a:pt x="21313" y="10429"/>
                  <a:pt x="21081" y="10395"/>
                </a:cubicBezTo>
                <a:lnTo>
                  <a:pt x="21081" y="9703"/>
                </a:lnTo>
                <a:cubicBezTo>
                  <a:pt x="21313" y="9669"/>
                  <a:pt x="21489" y="9530"/>
                  <a:pt x="21489" y="9364"/>
                </a:cubicBezTo>
                <a:lnTo>
                  <a:pt x="21489" y="5197"/>
                </a:lnTo>
                <a:cubicBezTo>
                  <a:pt x="21489" y="5006"/>
                  <a:pt x="21256" y="4850"/>
                  <a:pt x="20971" y="4850"/>
                </a:cubicBezTo>
                <a:lnTo>
                  <a:pt x="18594" y="4850"/>
                </a:lnTo>
                <a:cubicBezTo>
                  <a:pt x="18308" y="4850"/>
                  <a:pt x="18075" y="5006"/>
                  <a:pt x="18075" y="5197"/>
                </a:cubicBezTo>
                <a:lnTo>
                  <a:pt x="18075" y="5592"/>
                </a:lnTo>
                <a:lnTo>
                  <a:pt x="17444" y="5592"/>
                </a:lnTo>
                <a:lnTo>
                  <a:pt x="17444" y="4455"/>
                </a:lnTo>
                <a:cubicBezTo>
                  <a:pt x="17444" y="4230"/>
                  <a:pt x="17173" y="4048"/>
                  <a:pt x="16838" y="4048"/>
                </a:cubicBezTo>
                <a:lnTo>
                  <a:pt x="14503" y="4048"/>
                </a:lnTo>
                <a:lnTo>
                  <a:pt x="14503" y="2779"/>
                </a:lnTo>
                <a:cubicBezTo>
                  <a:pt x="14503" y="2688"/>
                  <a:pt x="14614" y="2614"/>
                  <a:pt x="14750" y="2614"/>
                </a:cubicBezTo>
                <a:lnTo>
                  <a:pt x="15102" y="2614"/>
                </a:lnTo>
                <a:cubicBezTo>
                  <a:pt x="15238" y="2614"/>
                  <a:pt x="15349" y="2541"/>
                  <a:pt x="15349" y="2450"/>
                </a:cubicBezTo>
                <a:lnTo>
                  <a:pt x="15349" y="1600"/>
                </a:lnTo>
                <a:cubicBezTo>
                  <a:pt x="15349" y="1509"/>
                  <a:pt x="15238" y="1434"/>
                  <a:pt x="15102" y="1434"/>
                </a:cubicBezTo>
                <a:lnTo>
                  <a:pt x="14750" y="1434"/>
                </a:lnTo>
                <a:cubicBezTo>
                  <a:pt x="14614" y="1434"/>
                  <a:pt x="14503" y="1360"/>
                  <a:pt x="14503" y="1269"/>
                </a:cubicBezTo>
                <a:lnTo>
                  <a:pt x="14503" y="398"/>
                </a:lnTo>
                <a:cubicBezTo>
                  <a:pt x="14503" y="178"/>
                  <a:pt x="14238" y="0"/>
                  <a:pt x="13910" y="0"/>
                </a:cubicBezTo>
                <a:lnTo>
                  <a:pt x="7636" y="0"/>
                </a:lnTo>
                <a:close/>
                <a:moveTo>
                  <a:pt x="9228" y="1434"/>
                </a:moveTo>
                <a:cubicBezTo>
                  <a:pt x="9713" y="1434"/>
                  <a:pt x="10106" y="1700"/>
                  <a:pt x="10106" y="2025"/>
                </a:cubicBezTo>
                <a:cubicBezTo>
                  <a:pt x="10106" y="2350"/>
                  <a:pt x="9713" y="2614"/>
                  <a:pt x="9228" y="2614"/>
                </a:cubicBezTo>
                <a:cubicBezTo>
                  <a:pt x="8743" y="2614"/>
                  <a:pt x="8351" y="2350"/>
                  <a:pt x="8351" y="2025"/>
                </a:cubicBezTo>
                <a:cubicBezTo>
                  <a:pt x="8351" y="1700"/>
                  <a:pt x="8743" y="1434"/>
                  <a:pt x="9228" y="1434"/>
                </a:cubicBezTo>
                <a:close/>
                <a:moveTo>
                  <a:pt x="12317" y="1434"/>
                </a:moveTo>
                <a:cubicBezTo>
                  <a:pt x="12802" y="1434"/>
                  <a:pt x="13195" y="1700"/>
                  <a:pt x="13195" y="2025"/>
                </a:cubicBezTo>
                <a:cubicBezTo>
                  <a:pt x="13195" y="2350"/>
                  <a:pt x="12802" y="2614"/>
                  <a:pt x="12317" y="2614"/>
                </a:cubicBezTo>
                <a:cubicBezTo>
                  <a:pt x="11832" y="2614"/>
                  <a:pt x="11440" y="2350"/>
                  <a:pt x="11440" y="2025"/>
                </a:cubicBezTo>
                <a:cubicBezTo>
                  <a:pt x="11440" y="1700"/>
                  <a:pt x="11832" y="1434"/>
                  <a:pt x="12317" y="1434"/>
                </a:cubicBezTo>
                <a:close/>
                <a:moveTo>
                  <a:pt x="8091" y="5474"/>
                </a:moveTo>
                <a:lnTo>
                  <a:pt x="13454" y="5474"/>
                </a:lnTo>
                <a:lnTo>
                  <a:pt x="13454" y="7795"/>
                </a:lnTo>
                <a:lnTo>
                  <a:pt x="8091" y="7795"/>
                </a:lnTo>
                <a:lnTo>
                  <a:pt x="8091" y="5474"/>
                </a:lnTo>
                <a:close/>
                <a:moveTo>
                  <a:pt x="8688" y="8716"/>
                </a:moveTo>
                <a:cubicBezTo>
                  <a:pt x="9016" y="8716"/>
                  <a:pt x="9281" y="8895"/>
                  <a:pt x="9281" y="9116"/>
                </a:cubicBezTo>
                <a:cubicBezTo>
                  <a:pt x="9281" y="9336"/>
                  <a:pt x="9016" y="9514"/>
                  <a:pt x="8688" y="9514"/>
                </a:cubicBezTo>
                <a:cubicBezTo>
                  <a:pt x="8359" y="9514"/>
                  <a:pt x="8091" y="9336"/>
                  <a:pt x="8091" y="9116"/>
                </a:cubicBezTo>
                <a:cubicBezTo>
                  <a:pt x="8091" y="8895"/>
                  <a:pt x="8359" y="8716"/>
                  <a:pt x="8688" y="8716"/>
                </a:cubicBezTo>
                <a:close/>
                <a:moveTo>
                  <a:pt x="10773" y="8716"/>
                </a:moveTo>
                <a:cubicBezTo>
                  <a:pt x="11102" y="8716"/>
                  <a:pt x="11369" y="8895"/>
                  <a:pt x="11369" y="9116"/>
                </a:cubicBezTo>
                <a:cubicBezTo>
                  <a:pt x="11369" y="9336"/>
                  <a:pt x="11102" y="9514"/>
                  <a:pt x="10773" y="9514"/>
                </a:cubicBezTo>
                <a:cubicBezTo>
                  <a:pt x="10444" y="9514"/>
                  <a:pt x="10177" y="9336"/>
                  <a:pt x="10177" y="9116"/>
                </a:cubicBezTo>
                <a:cubicBezTo>
                  <a:pt x="10177" y="8895"/>
                  <a:pt x="10444" y="8716"/>
                  <a:pt x="10773" y="8716"/>
                </a:cubicBezTo>
                <a:close/>
                <a:moveTo>
                  <a:pt x="12858" y="8716"/>
                </a:moveTo>
                <a:cubicBezTo>
                  <a:pt x="13187" y="8716"/>
                  <a:pt x="13454" y="8895"/>
                  <a:pt x="13454" y="9116"/>
                </a:cubicBezTo>
                <a:cubicBezTo>
                  <a:pt x="13454" y="9336"/>
                  <a:pt x="13187" y="9514"/>
                  <a:pt x="12858" y="9514"/>
                </a:cubicBezTo>
                <a:cubicBezTo>
                  <a:pt x="12530" y="9514"/>
                  <a:pt x="12265" y="9336"/>
                  <a:pt x="12265" y="9116"/>
                </a:cubicBezTo>
                <a:cubicBezTo>
                  <a:pt x="12265" y="8895"/>
                  <a:pt x="12530" y="8716"/>
                  <a:pt x="12858" y="8716"/>
                </a:cubicBezTo>
                <a:close/>
                <a:moveTo>
                  <a:pt x="10773" y="10277"/>
                </a:moveTo>
                <a:cubicBezTo>
                  <a:pt x="11801" y="10277"/>
                  <a:pt x="12768" y="10545"/>
                  <a:pt x="13495" y="11033"/>
                </a:cubicBezTo>
                <a:lnTo>
                  <a:pt x="11917" y="12093"/>
                </a:lnTo>
                <a:cubicBezTo>
                  <a:pt x="11612" y="11888"/>
                  <a:pt x="11205" y="11774"/>
                  <a:pt x="10773" y="11774"/>
                </a:cubicBezTo>
                <a:cubicBezTo>
                  <a:pt x="10341" y="11774"/>
                  <a:pt x="9934" y="11888"/>
                  <a:pt x="9628" y="12093"/>
                </a:cubicBezTo>
                <a:lnTo>
                  <a:pt x="8051" y="11033"/>
                </a:lnTo>
                <a:cubicBezTo>
                  <a:pt x="8778" y="10545"/>
                  <a:pt x="9745" y="10277"/>
                  <a:pt x="10773" y="10277"/>
                </a:cubicBezTo>
                <a:close/>
              </a:path>
            </a:pathLst>
          </a:custGeom>
          <a:solidFill>
            <a:schemeClr val="accent2">
              <a:satOff val="-29896"/>
              <a:lumOff val="-1297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pic>
        <p:nvPicPr>
          <p:cNvPr id="324" name="Rectangle Rectangle" descr="Rectangle Rectangle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968271" y="7241510"/>
            <a:ext cx="1020675" cy="1310649"/>
          </a:xfrm>
          <a:prstGeom prst="rect">
            <a:avLst/>
          </a:prstGeom>
        </p:spPr>
      </p:pic>
      <p:sp>
        <p:nvSpPr>
          <p:cNvPr id="326" name="Robot"/>
          <p:cNvSpPr/>
          <p:nvPr/>
        </p:nvSpPr>
        <p:spPr>
          <a:xfrm>
            <a:off x="12141532" y="7382039"/>
            <a:ext cx="644901" cy="96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7636" y="0"/>
                </a:moveTo>
                <a:cubicBezTo>
                  <a:pt x="7308" y="0"/>
                  <a:pt x="7042" y="178"/>
                  <a:pt x="7042" y="398"/>
                </a:cubicBezTo>
                <a:lnTo>
                  <a:pt x="7042" y="1269"/>
                </a:lnTo>
                <a:cubicBezTo>
                  <a:pt x="7042" y="1360"/>
                  <a:pt x="6932" y="1434"/>
                  <a:pt x="6796" y="1434"/>
                </a:cubicBezTo>
                <a:lnTo>
                  <a:pt x="6444" y="1434"/>
                </a:lnTo>
                <a:cubicBezTo>
                  <a:pt x="6308" y="1434"/>
                  <a:pt x="6197" y="1509"/>
                  <a:pt x="6197" y="1600"/>
                </a:cubicBezTo>
                <a:lnTo>
                  <a:pt x="6197" y="2450"/>
                </a:lnTo>
                <a:cubicBezTo>
                  <a:pt x="6197" y="2541"/>
                  <a:pt x="6308" y="2614"/>
                  <a:pt x="6444" y="2614"/>
                </a:cubicBezTo>
                <a:lnTo>
                  <a:pt x="6796" y="2614"/>
                </a:lnTo>
                <a:cubicBezTo>
                  <a:pt x="6932" y="2614"/>
                  <a:pt x="7042" y="2688"/>
                  <a:pt x="7042" y="2779"/>
                </a:cubicBezTo>
                <a:lnTo>
                  <a:pt x="7042" y="4048"/>
                </a:lnTo>
                <a:lnTo>
                  <a:pt x="4708" y="4048"/>
                </a:lnTo>
                <a:cubicBezTo>
                  <a:pt x="4373" y="4048"/>
                  <a:pt x="4102" y="4230"/>
                  <a:pt x="4102" y="4455"/>
                </a:cubicBezTo>
                <a:lnTo>
                  <a:pt x="4102" y="5592"/>
                </a:lnTo>
                <a:lnTo>
                  <a:pt x="3470" y="5592"/>
                </a:lnTo>
                <a:lnTo>
                  <a:pt x="3470" y="5197"/>
                </a:lnTo>
                <a:cubicBezTo>
                  <a:pt x="3470" y="5006"/>
                  <a:pt x="3238" y="4850"/>
                  <a:pt x="2952" y="4850"/>
                </a:cubicBezTo>
                <a:lnTo>
                  <a:pt x="575" y="4850"/>
                </a:lnTo>
                <a:cubicBezTo>
                  <a:pt x="289" y="4850"/>
                  <a:pt x="57" y="5006"/>
                  <a:pt x="57" y="5197"/>
                </a:cubicBezTo>
                <a:lnTo>
                  <a:pt x="57" y="9364"/>
                </a:lnTo>
                <a:cubicBezTo>
                  <a:pt x="57" y="9530"/>
                  <a:pt x="233" y="9669"/>
                  <a:pt x="464" y="9703"/>
                </a:cubicBezTo>
                <a:lnTo>
                  <a:pt x="464" y="10395"/>
                </a:lnTo>
                <a:cubicBezTo>
                  <a:pt x="233" y="10429"/>
                  <a:pt x="57" y="10568"/>
                  <a:pt x="57" y="10734"/>
                </a:cubicBezTo>
                <a:lnTo>
                  <a:pt x="57" y="13326"/>
                </a:lnTo>
                <a:cubicBezTo>
                  <a:pt x="57" y="13518"/>
                  <a:pt x="290" y="13672"/>
                  <a:pt x="575" y="13672"/>
                </a:cubicBezTo>
                <a:lnTo>
                  <a:pt x="771" y="13672"/>
                </a:lnTo>
                <a:lnTo>
                  <a:pt x="117" y="14205"/>
                </a:lnTo>
                <a:cubicBezTo>
                  <a:pt x="10" y="14293"/>
                  <a:pt x="-27" y="14412"/>
                  <a:pt x="19" y="14521"/>
                </a:cubicBezTo>
                <a:lnTo>
                  <a:pt x="480" y="15614"/>
                </a:lnTo>
                <a:cubicBezTo>
                  <a:pt x="506" y="15676"/>
                  <a:pt x="590" y="15719"/>
                  <a:pt x="686" y="15719"/>
                </a:cubicBezTo>
                <a:lnTo>
                  <a:pt x="1020" y="15719"/>
                </a:lnTo>
                <a:cubicBezTo>
                  <a:pt x="1138" y="15719"/>
                  <a:pt x="1234" y="15655"/>
                  <a:pt x="1234" y="15576"/>
                </a:cubicBezTo>
                <a:lnTo>
                  <a:pt x="1234" y="14788"/>
                </a:lnTo>
                <a:cubicBezTo>
                  <a:pt x="1234" y="14591"/>
                  <a:pt x="1472" y="14431"/>
                  <a:pt x="1765" y="14431"/>
                </a:cubicBezTo>
                <a:cubicBezTo>
                  <a:pt x="2058" y="14431"/>
                  <a:pt x="2293" y="14591"/>
                  <a:pt x="2293" y="14788"/>
                </a:cubicBezTo>
                <a:lnTo>
                  <a:pt x="2293" y="15576"/>
                </a:lnTo>
                <a:cubicBezTo>
                  <a:pt x="2293" y="15655"/>
                  <a:pt x="2389" y="15719"/>
                  <a:pt x="2507" y="15719"/>
                </a:cubicBezTo>
                <a:lnTo>
                  <a:pt x="2842" y="15719"/>
                </a:lnTo>
                <a:cubicBezTo>
                  <a:pt x="2937" y="15719"/>
                  <a:pt x="3022" y="15676"/>
                  <a:pt x="3048" y="15614"/>
                </a:cubicBezTo>
                <a:lnTo>
                  <a:pt x="3508" y="14521"/>
                </a:lnTo>
                <a:cubicBezTo>
                  <a:pt x="3554" y="14412"/>
                  <a:pt x="3518" y="14293"/>
                  <a:pt x="3410" y="14205"/>
                </a:cubicBezTo>
                <a:lnTo>
                  <a:pt x="2756" y="13672"/>
                </a:lnTo>
                <a:lnTo>
                  <a:pt x="2952" y="13672"/>
                </a:lnTo>
                <a:cubicBezTo>
                  <a:pt x="3238" y="13672"/>
                  <a:pt x="3470" y="13518"/>
                  <a:pt x="3470" y="13326"/>
                </a:cubicBezTo>
                <a:lnTo>
                  <a:pt x="3470" y="10734"/>
                </a:lnTo>
                <a:cubicBezTo>
                  <a:pt x="3470" y="10568"/>
                  <a:pt x="3297" y="10429"/>
                  <a:pt x="3065" y="10395"/>
                </a:cubicBezTo>
                <a:lnTo>
                  <a:pt x="3065" y="9703"/>
                </a:lnTo>
                <a:cubicBezTo>
                  <a:pt x="3297" y="9669"/>
                  <a:pt x="3470" y="9530"/>
                  <a:pt x="3470" y="9364"/>
                </a:cubicBezTo>
                <a:lnTo>
                  <a:pt x="3470" y="7843"/>
                </a:lnTo>
                <a:lnTo>
                  <a:pt x="4102" y="7843"/>
                </a:lnTo>
                <a:lnTo>
                  <a:pt x="4102" y="13265"/>
                </a:lnTo>
                <a:cubicBezTo>
                  <a:pt x="4102" y="13490"/>
                  <a:pt x="4373" y="13672"/>
                  <a:pt x="4708" y="13672"/>
                </a:cubicBezTo>
                <a:lnTo>
                  <a:pt x="5367" y="13672"/>
                </a:lnTo>
                <a:lnTo>
                  <a:pt x="5367" y="19636"/>
                </a:lnTo>
                <a:cubicBezTo>
                  <a:pt x="5367" y="19764"/>
                  <a:pt x="5302" y="19890"/>
                  <a:pt x="5186" y="19992"/>
                </a:cubicBezTo>
                <a:lnTo>
                  <a:pt x="4326" y="20751"/>
                </a:lnTo>
                <a:cubicBezTo>
                  <a:pt x="4210" y="20853"/>
                  <a:pt x="4145" y="20979"/>
                  <a:pt x="4145" y="21107"/>
                </a:cubicBezTo>
                <a:lnTo>
                  <a:pt x="4145" y="21327"/>
                </a:lnTo>
                <a:cubicBezTo>
                  <a:pt x="4145" y="21477"/>
                  <a:pt x="4328" y="21600"/>
                  <a:pt x="4552" y="21600"/>
                </a:cubicBezTo>
                <a:lnTo>
                  <a:pt x="9040" y="21600"/>
                </a:lnTo>
                <a:cubicBezTo>
                  <a:pt x="9264" y="21600"/>
                  <a:pt x="9447" y="21477"/>
                  <a:pt x="9447" y="21327"/>
                </a:cubicBezTo>
                <a:lnTo>
                  <a:pt x="9447" y="13672"/>
                </a:lnTo>
                <a:lnTo>
                  <a:pt x="12099" y="13672"/>
                </a:lnTo>
                <a:lnTo>
                  <a:pt x="12099" y="21327"/>
                </a:lnTo>
                <a:cubicBezTo>
                  <a:pt x="12099" y="21477"/>
                  <a:pt x="12282" y="21600"/>
                  <a:pt x="12506" y="21600"/>
                </a:cubicBezTo>
                <a:lnTo>
                  <a:pt x="16994" y="21600"/>
                </a:lnTo>
                <a:cubicBezTo>
                  <a:pt x="17218" y="21600"/>
                  <a:pt x="17399" y="21477"/>
                  <a:pt x="17399" y="21327"/>
                </a:cubicBezTo>
                <a:lnTo>
                  <a:pt x="17399" y="21107"/>
                </a:lnTo>
                <a:cubicBezTo>
                  <a:pt x="17399" y="20979"/>
                  <a:pt x="17336" y="20853"/>
                  <a:pt x="17220" y="20751"/>
                </a:cubicBezTo>
                <a:lnTo>
                  <a:pt x="16357" y="19992"/>
                </a:lnTo>
                <a:cubicBezTo>
                  <a:pt x="16241" y="19890"/>
                  <a:pt x="16179" y="19764"/>
                  <a:pt x="16179" y="19636"/>
                </a:cubicBezTo>
                <a:lnTo>
                  <a:pt x="16179" y="13672"/>
                </a:lnTo>
                <a:lnTo>
                  <a:pt x="16838" y="13672"/>
                </a:lnTo>
                <a:cubicBezTo>
                  <a:pt x="17173" y="13672"/>
                  <a:pt x="17444" y="13490"/>
                  <a:pt x="17444" y="13265"/>
                </a:cubicBezTo>
                <a:lnTo>
                  <a:pt x="17444" y="7843"/>
                </a:lnTo>
                <a:lnTo>
                  <a:pt x="18075" y="7843"/>
                </a:lnTo>
                <a:lnTo>
                  <a:pt x="18075" y="9364"/>
                </a:lnTo>
                <a:cubicBezTo>
                  <a:pt x="18075" y="9530"/>
                  <a:pt x="18249" y="9669"/>
                  <a:pt x="18480" y="9703"/>
                </a:cubicBezTo>
                <a:lnTo>
                  <a:pt x="18480" y="10395"/>
                </a:lnTo>
                <a:cubicBezTo>
                  <a:pt x="18249" y="10429"/>
                  <a:pt x="18075" y="10568"/>
                  <a:pt x="18075" y="10734"/>
                </a:cubicBezTo>
                <a:lnTo>
                  <a:pt x="18075" y="13326"/>
                </a:lnTo>
                <a:cubicBezTo>
                  <a:pt x="18075" y="13518"/>
                  <a:pt x="18308" y="13672"/>
                  <a:pt x="18594" y="13672"/>
                </a:cubicBezTo>
                <a:lnTo>
                  <a:pt x="18790" y="13672"/>
                </a:lnTo>
                <a:lnTo>
                  <a:pt x="18136" y="14205"/>
                </a:lnTo>
                <a:cubicBezTo>
                  <a:pt x="18028" y="14293"/>
                  <a:pt x="17991" y="14412"/>
                  <a:pt x="18038" y="14521"/>
                </a:cubicBezTo>
                <a:lnTo>
                  <a:pt x="18498" y="15614"/>
                </a:lnTo>
                <a:cubicBezTo>
                  <a:pt x="18524" y="15676"/>
                  <a:pt x="18609" y="15719"/>
                  <a:pt x="18704" y="15719"/>
                </a:cubicBezTo>
                <a:lnTo>
                  <a:pt x="19039" y="15719"/>
                </a:lnTo>
                <a:cubicBezTo>
                  <a:pt x="19157" y="15719"/>
                  <a:pt x="19250" y="15655"/>
                  <a:pt x="19250" y="15576"/>
                </a:cubicBezTo>
                <a:lnTo>
                  <a:pt x="19250" y="14788"/>
                </a:lnTo>
                <a:cubicBezTo>
                  <a:pt x="19250" y="14591"/>
                  <a:pt x="19488" y="14431"/>
                  <a:pt x="19781" y="14431"/>
                </a:cubicBezTo>
                <a:cubicBezTo>
                  <a:pt x="20074" y="14431"/>
                  <a:pt x="20312" y="14591"/>
                  <a:pt x="20312" y="14788"/>
                </a:cubicBezTo>
                <a:lnTo>
                  <a:pt x="20312" y="15576"/>
                </a:lnTo>
                <a:cubicBezTo>
                  <a:pt x="20312" y="15655"/>
                  <a:pt x="20408" y="15719"/>
                  <a:pt x="20525" y="15719"/>
                </a:cubicBezTo>
                <a:lnTo>
                  <a:pt x="20860" y="15719"/>
                </a:lnTo>
                <a:cubicBezTo>
                  <a:pt x="20955" y="15719"/>
                  <a:pt x="21038" y="15676"/>
                  <a:pt x="21064" y="15614"/>
                </a:cubicBezTo>
                <a:lnTo>
                  <a:pt x="21527" y="14521"/>
                </a:lnTo>
                <a:cubicBezTo>
                  <a:pt x="21573" y="14412"/>
                  <a:pt x="21536" y="14293"/>
                  <a:pt x="21429" y="14205"/>
                </a:cubicBezTo>
                <a:lnTo>
                  <a:pt x="20775" y="13672"/>
                </a:lnTo>
                <a:lnTo>
                  <a:pt x="20971" y="13672"/>
                </a:lnTo>
                <a:cubicBezTo>
                  <a:pt x="21256" y="13672"/>
                  <a:pt x="21489" y="13518"/>
                  <a:pt x="21489" y="13326"/>
                </a:cubicBezTo>
                <a:lnTo>
                  <a:pt x="21489" y="10734"/>
                </a:lnTo>
                <a:cubicBezTo>
                  <a:pt x="21489" y="10568"/>
                  <a:pt x="21313" y="10429"/>
                  <a:pt x="21081" y="10395"/>
                </a:cubicBezTo>
                <a:lnTo>
                  <a:pt x="21081" y="9703"/>
                </a:lnTo>
                <a:cubicBezTo>
                  <a:pt x="21313" y="9669"/>
                  <a:pt x="21489" y="9530"/>
                  <a:pt x="21489" y="9364"/>
                </a:cubicBezTo>
                <a:lnTo>
                  <a:pt x="21489" y="5197"/>
                </a:lnTo>
                <a:cubicBezTo>
                  <a:pt x="21489" y="5006"/>
                  <a:pt x="21256" y="4850"/>
                  <a:pt x="20971" y="4850"/>
                </a:cubicBezTo>
                <a:lnTo>
                  <a:pt x="18594" y="4850"/>
                </a:lnTo>
                <a:cubicBezTo>
                  <a:pt x="18308" y="4850"/>
                  <a:pt x="18075" y="5006"/>
                  <a:pt x="18075" y="5197"/>
                </a:cubicBezTo>
                <a:lnTo>
                  <a:pt x="18075" y="5592"/>
                </a:lnTo>
                <a:lnTo>
                  <a:pt x="17444" y="5592"/>
                </a:lnTo>
                <a:lnTo>
                  <a:pt x="17444" y="4455"/>
                </a:lnTo>
                <a:cubicBezTo>
                  <a:pt x="17444" y="4230"/>
                  <a:pt x="17173" y="4048"/>
                  <a:pt x="16838" y="4048"/>
                </a:cubicBezTo>
                <a:lnTo>
                  <a:pt x="14503" y="4048"/>
                </a:lnTo>
                <a:lnTo>
                  <a:pt x="14503" y="2779"/>
                </a:lnTo>
                <a:cubicBezTo>
                  <a:pt x="14503" y="2688"/>
                  <a:pt x="14614" y="2614"/>
                  <a:pt x="14750" y="2614"/>
                </a:cubicBezTo>
                <a:lnTo>
                  <a:pt x="15102" y="2614"/>
                </a:lnTo>
                <a:cubicBezTo>
                  <a:pt x="15238" y="2614"/>
                  <a:pt x="15349" y="2541"/>
                  <a:pt x="15349" y="2450"/>
                </a:cubicBezTo>
                <a:lnTo>
                  <a:pt x="15349" y="1600"/>
                </a:lnTo>
                <a:cubicBezTo>
                  <a:pt x="15349" y="1509"/>
                  <a:pt x="15238" y="1434"/>
                  <a:pt x="15102" y="1434"/>
                </a:cubicBezTo>
                <a:lnTo>
                  <a:pt x="14750" y="1434"/>
                </a:lnTo>
                <a:cubicBezTo>
                  <a:pt x="14614" y="1434"/>
                  <a:pt x="14503" y="1360"/>
                  <a:pt x="14503" y="1269"/>
                </a:cubicBezTo>
                <a:lnTo>
                  <a:pt x="14503" y="398"/>
                </a:lnTo>
                <a:cubicBezTo>
                  <a:pt x="14503" y="178"/>
                  <a:pt x="14238" y="0"/>
                  <a:pt x="13910" y="0"/>
                </a:cubicBezTo>
                <a:lnTo>
                  <a:pt x="7636" y="0"/>
                </a:lnTo>
                <a:close/>
                <a:moveTo>
                  <a:pt x="9228" y="1434"/>
                </a:moveTo>
                <a:cubicBezTo>
                  <a:pt x="9713" y="1434"/>
                  <a:pt x="10106" y="1700"/>
                  <a:pt x="10106" y="2025"/>
                </a:cubicBezTo>
                <a:cubicBezTo>
                  <a:pt x="10106" y="2350"/>
                  <a:pt x="9713" y="2614"/>
                  <a:pt x="9228" y="2614"/>
                </a:cubicBezTo>
                <a:cubicBezTo>
                  <a:pt x="8743" y="2614"/>
                  <a:pt x="8351" y="2350"/>
                  <a:pt x="8351" y="2025"/>
                </a:cubicBezTo>
                <a:cubicBezTo>
                  <a:pt x="8351" y="1700"/>
                  <a:pt x="8743" y="1434"/>
                  <a:pt x="9228" y="1434"/>
                </a:cubicBezTo>
                <a:close/>
                <a:moveTo>
                  <a:pt x="12317" y="1434"/>
                </a:moveTo>
                <a:cubicBezTo>
                  <a:pt x="12802" y="1434"/>
                  <a:pt x="13195" y="1700"/>
                  <a:pt x="13195" y="2025"/>
                </a:cubicBezTo>
                <a:cubicBezTo>
                  <a:pt x="13195" y="2350"/>
                  <a:pt x="12802" y="2614"/>
                  <a:pt x="12317" y="2614"/>
                </a:cubicBezTo>
                <a:cubicBezTo>
                  <a:pt x="11832" y="2614"/>
                  <a:pt x="11440" y="2350"/>
                  <a:pt x="11440" y="2025"/>
                </a:cubicBezTo>
                <a:cubicBezTo>
                  <a:pt x="11440" y="1700"/>
                  <a:pt x="11832" y="1434"/>
                  <a:pt x="12317" y="1434"/>
                </a:cubicBezTo>
                <a:close/>
                <a:moveTo>
                  <a:pt x="8091" y="5474"/>
                </a:moveTo>
                <a:lnTo>
                  <a:pt x="13454" y="5474"/>
                </a:lnTo>
                <a:lnTo>
                  <a:pt x="13454" y="7795"/>
                </a:lnTo>
                <a:lnTo>
                  <a:pt x="8091" y="7795"/>
                </a:lnTo>
                <a:lnTo>
                  <a:pt x="8091" y="5474"/>
                </a:lnTo>
                <a:close/>
                <a:moveTo>
                  <a:pt x="8688" y="8716"/>
                </a:moveTo>
                <a:cubicBezTo>
                  <a:pt x="9016" y="8716"/>
                  <a:pt x="9281" y="8895"/>
                  <a:pt x="9281" y="9116"/>
                </a:cubicBezTo>
                <a:cubicBezTo>
                  <a:pt x="9281" y="9336"/>
                  <a:pt x="9016" y="9514"/>
                  <a:pt x="8688" y="9514"/>
                </a:cubicBezTo>
                <a:cubicBezTo>
                  <a:pt x="8359" y="9514"/>
                  <a:pt x="8091" y="9336"/>
                  <a:pt x="8091" y="9116"/>
                </a:cubicBezTo>
                <a:cubicBezTo>
                  <a:pt x="8091" y="8895"/>
                  <a:pt x="8359" y="8716"/>
                  <a:pt x="8688" y="8716"/>
                </a:cubicBezTo>
                <a:close/>
                <a:moveTo>
                  <a:pt x="10773" y="8716"/>
                </a:moveTo>
                <a:cubicBezTo>
                  <a:pt x="11102" y="8716"/>
                  <a:pt x="11369" y="8895"/>
                  <a:pt x="11369" y="9116"/>
                </a:cubicBezTo>
                <a:cubicBezTo>
                  <a:pt x="11369" y="9336"/>
                  <a:pt x="11102" y="9514"/>
                  <a:pt x="10773" y="9514"/>
                </a:cubicBezTo>
                <a:cubicBezTo>
                  <a:pt x="10444" y="9514"/>
                  <a:pt x="10177" y="9336"/>
                  <a:pt x="10177" y="9116"/>
                </a:cubicBezTo>
                <a:cubicBezTo>
                  <a:pt x="10177" y="8895"/>
                  <a:pt x="10444" y="8716"/>
                  <a:pt x="10773" y="8716"/>
                </a:cubicBezTo>
                <a:close/>
                <a:moveTo>
                  <a:pt x="12858" y="8716"/>
                </a:moveTo>
                <a:cubicBezTo>
                  <a:pt x="13187" y="8716"/>
                  <a:pt x="13454" y="8895"/>
                  <a:pt x="13454" y="9116"/>
                </a:cubicBezTo>
                <a:cubicBezTo>
                  <a:pt x="13454" y="9336"/>
                  <a:pt x="13187" y="9514"/>
                  <a:pt x="12858" y="9514"/>
                </a:cubicBezTo>
                <a:cubicBezTo>
                  <a:pt x="12530" y="9514"/>
                  <a:pt x="12265" y="9336"/>
                  <a:pt x="12265" y="9116"/>
                </a:cubicBezTo>
                <a:cubicBezTo>
                  <a:pt x="12265" y="8895"/>
                  <a:pt x="12530" y="8716"/>
                  <a:pt x="12858" y="8716"/>
                </a:cubicBezTo>
                <a:close/>
                <a:moveTo>
                  <a:pt x="10773" y="10277"/>
                </a:moveTo>
                <a:cubicBezTo>
                  <a:pt x="11801" y="10277"/>
                  <a:pt x="12768" y="10545"/>
                  <a:pt x="13495" y="11033"/>
                </a:cubicBezTo>
                <a:lnTo>
                  <a:pt x="11917" y="12093"/>
                </a:lnTo>
                <a:cubicBezTo>
                  <a:pt x="11612" y="11888"/>
                  <a:pt x="11205" y="11774"/>
                  <a:pt x="10773" y="11774"/>
                </a:cubicBezTo>
                <a:cubicBezTo>
                  <a:pt x="10341" y="11774"/>
                  <a:pt x="9934" y="11888"/>
                  <a:pt x="9628" y="12093"/>
                </a:cubicBezTo>
                <a:lnTo>
                  <a:pt x="8051" y="11033"/>
                </a:lnTo>
                <a:cubicBezTo>
                  <a:pt x="8778" y="10545"/>
                  <a:pt x="9745" y="10277"/>
                  <a:pt x="10773" y="10277"/>
                </a:cubicBezTo>
                <a:close/>
              </a:path>
            </a:pathLst>
          </a:custGeom>
          <a:solidFill>
            <a:schemeClr val="accent2">
              <a:satOff val="-29896"/>
              <a:lumOff val="-1297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pic>
        <p:nvPicPr>
          <p:cNvPr id="327" name="Rectangle Rectangle" descr="Rectangle Rectangle"/>
          <p:cNvPicPr>
            <a:picLocks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1968366" y="5079417"/>
            <a:ext cx="1020675" cy="1310649"/>
          </a:xfrm>
          <a:prstGeom prst="rect">
            <a:avLst/>
          </a:prstGeom>
        </p:spPr>
      </p:pic>
      <p:sp>
        <p:nvSpPr>
          <p:cNvPr id="329" name="Robot"/>
          <p:cNvSpPr/>
          <p:nvPr/>
        </p:nvSpPr>
        <p:spPr>
          <a:xfrm>
            <a:off x="12141627" y="5219946"/>
            <a:ext cx="644901" cy="96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7636" y="0"/>
                </a:moveTo>
                <a:cubicBezTo>
                  <a:pt x="7308" y="0"/>
                  <a:pt x="7042" y="178"/>
                  <a:pt x="7042" y="398"/>
                </a:cubicBezTo>
                <a:lnTo>
                  <a:pt x="7042" y="1269"/>
                </a:lnTo>
                <a:cubicBezTo>
                  <a:pt x="7042" y="1360"/>
                  <a:pt x="6932" y="1434"/>
                  <a:pt x="6796" y="1434"/>
                </a:cubicBezTo>
                <a:lnTo>
                  <a:pt x="6444" y="1434"/>
                </a:lnTo>
                <a:cubicBezTo>
                  <a:pt x="6308" y="1434"/>
                  <a:pt x="6197" y="1509"/>
                  <a:pt x="6197" y="1600"/>
                </a:cubicBezTo>
                <a:lnTo>
                  <a:pt x="6197" y="2450"/>
                </a:lnTo>
                <a:cubicBezTo>
                  <a:pt x="6197" y="2541"/>
                  <a:pt x="6308" y="2614"/>
                  <a:pt x="6444" y="2614"/>
                </a:cubicBezTo>
                <a:lnTo>
                  <a:pt x="6796" y="2614"/>
                </a:lnTo>
                <a:cubicBezTo>
                  <a:pt x="6932" y="2614"/>
                  <a:pt x="7042" y="2688"/>
                  <a:pt x="7042" y="2779"/>
                </a:cubicBezTo>
                <a:lnTo>
                  <a:pt x="7042" y="4048"/>
                </a:lnTo>
                <a:lnTo>
                  <a:pt x="4708" y="4048"/>
                </a:lnTo>
                <a:cubicBezTo>
                  <a:pt x="4373" y="4048"/>
                  <a:pt x="4102" y="4230"/>
                  <a:pt x="4102" y="4455"/>
                </a:cubicBezTo>
                <a:lnTo>
                  <a:pt x="4102" y="5592"/>
                </a:lnTo>
                <a:lnTo>
                  <a:pt x="3470" y="5592"/>
                </a:lnTo>
                <a:lnTo>
                  <a:pt x="3470" y="5197"/>
                </a:lnTo>
                <a:cubicBezTo>
                  <a:pt x="3470" y="5006"/>
                  <a:pt x="3238" y="4850"/>
                  <a:pt x="2952" y="4850"/>
                </a:cubicBezTo>
                <a:lnTo>
                  <a:pt x="575" y="4850"/>
                </a:lnTo>
                <a:cubicBezTo>
                  <a:pt x="289" y="4850"/>
                  <a:pt x="57" y="5006"/>
                  <a:pt x="57" y="5197"/>
                </a:cubicBezTo>
                <a:lnTo>
                  <a:pt x="57" y="9364"/>
                </a:lnTo>
                <a:cubicBezTo>
                  <a:pt x="57" y="9530"/>
                  <a:pt x="233" y="9669"/>
                  <a:pt x="464" y="9703"/>
                </a:cubicBezTo>
                <a:lnTo>
                  <a:pt x="464" y="10395"/>
                </a:lnTo>
                <a:cubicBezTo>
                  <a:pt x="233" y="10429"/>
                  <a:pt x="57" y="10568"/>
                  <a:pt x="57" y="10734"/>
                </a:cubicBezTo>
                <a:lnTo>
                  <a:pt x="57" y="13326"/>
                </a:lnTo>
                <a:cubicBezTo>
                  <a:pt x="57" y="13518"/>
                  <a:pt x="290" y="13672"/>
                  <a:pt x="575" y="13672"/>
                </a:cubicBezTo>
                <a:lnTo>
                  <a:pt x="771" y="13672"/>
                </a:lnTo>
                <a:lnTo>
                  <a:pt x="117" y="14205"/>
                </a:lnTo>
                <a:cubicBezTo>
                  <a:pt x="10" y="14293"/>
                  <a:pt x="-27" y="14412"/>
                  <a:pt x="19" y="14521"/>
                </a:cubicBezTo>
                <a:lnTo>
                  <a:pt x="480" y="15614"/>
                </a:lnTo>
                <a:cubicBezTo>
                  <a:pt x="506" y="15676"/>
                  <a:pt x="590" y="15719"/>
                  <a:pt x="686" y="15719"/>
                </a:cubicBezTo>
                <a:lnTo>
                  <a:pt x="1020" y="15719"/>
                </a:lnTo>
                <a:cubicBezTo>
                  <a:pt x="1138" y="15719"/>
                  <a:pt x="1234" y="15655"/>
                  <a:pt x="1234" y="15576"/>
                </a:cubicBezTo>
                <a:lnTo>
                  <a:pt x="1234" y="14788"/>
                </a:lnTo>
                <a:cubicBezTo>
                  <a:pt x="1234" y="14591"/>
                  <a:pt x="1472" y="14431"/>
                  <a:pt x="1765" y="14431"/>
                </a:cubicBezTo>
                <a:cubicBezTo>
                  <a:pt x="2058" y="14431"/>
                  <a:pt x="2293" y="14591"/>
                  <a:pt x="2293" y="14788"/>
                </a:cubicBezTo>
                <a:lnTo>
                  <a:pt x="2293" y="15576"/>
                </a:lnTo>
                <a:cubicBezTo>
                  <a:pt x="2293" y="15655"/>
                  <a:pt x="2389" y="15719"/>
                  <a:pt x="2507" y="15719"/>
                </a:cubicBezTo>
                <a:lnTo>
                  <a:pt x="2842" y="15719"/>
                </a:lnTo>
                <a:cubicBezTo>
                  <a:pt x="2937" y="15719"/>
                  <a:pt x="3022" y="15676"/>
                  <a:pt x="3048" y="15614"/>
                </a:cubicBezTo>
                <a:lnTo>
                  <a:pt x="3508" y="14521"/>
                </a:lnTo>
                <a:cubicBezTo>
                  <a:pt x="3554" y="14412"/>
                  <a:pt x="3518" y="14293"/>
                  <a:pt x="3410" y="14205"/>
                </a:cubicBezTo>
                <a:lnTo>
                  <a:pt x="2756" y="13672"/>
                </a:lnTo>
                <a:lnTo>
                  <a:pt x="2952" y="13672"/>
                </a:lnTo>
                <a:cubicBezTo>
                  <a:pt x="3238" y="13672"/>
                  <a:pt x="3470" y="13518"/>
                  <a:pt x="3470" y="13326"/>
                </a:cubicBezTo>
                <a:lnTo>
                  <a:pt x="3470" y="10734"/>
                </a:lnTo>
                <a:cubicBezTo>
                  <a:pt x="3470" y="10568"/>
                  <a:pt x="3297" y="10429"/>
                  <a:pt x="3065" y="10395"/>
                </a:cubicBezTo>
                <a:lnTo>
                  <a:pt x="3065" y="9703"/>
                </a:lnTo>
                <a:cubicBezTo>
                  <a:pt x="3297" y="9669"/>
                  <a:pt x="3470" y="9530"/>
                  <a:pt x="3470" y="9364"/>
                </a:cubicBezTo>
                <a:lnTo>
                  <a:pt x="3470" y="7843"/>
                </a:lnTo>
                <a:lnTo>
                  <a:pt x="4102" y="7843"/>
                </a:lnTo>
                <a:lnTo>
                  <a:pt x="4102" y="13265"/>
                </a:lnTo>
                <a:cubicBezTo>
                  <a:pt x="4102" y="13490"/>
                  <a:pt x="4373" y="13672"/>
                  <a:pt x="4708" y="13672"/>
                </a:cubicBezTo>
                <a:lnTo>
                  <a:pt x="5367" y="13672"/>
                </a:lnTo>
                <a:lnTo>
                  <a:pt x="5367" y="19636"/>
                </a:lnTo>
                <a:cubicBezTo>
                  <a:pt x="5367" y="19764"/>
                  <a:pt x="5302" y="19890"/>
                  <a:pt x="5186" y="19992"/>
                </a:cubicBezTo>
                <a:lnTo>
                  <a:pt x="4326" y="20751"/>
                </a:lnTo>
                <a:cubicBezTo>
                  <a:pt x="4210" y="20853"/>
                  <a:pt x="4145" y="20979"/>
                  <a:pt x="4145" y="21107"/>
                </a:cubicBezTo>
                <a:lnTo>
                  <a:pt x="4145" y="21327"/>
                </a:lnTo>
                <a:cubicBezTo>
                  <a:pt x="4145" y="21477"/>
                  <a:pt x="4328" y="21600"/>
                  <a:pt x="4552" y="21600"/>
                </a:cubicBezTo>
                <a:lnTo>
                  <a:pt x="9040" y="21600"/>
                </a:lnTo>
                <a:cubicBezTo>
                  <a:pt x="9264" y="21600"/>
                  <a:pt x="9447" y="21477"/>
                  <a:pt x="9447" y="21327"/>
                </a:cubicBezTo>
                <a:lnTo>
                  <a:pt x="9447" y="13672"/>
                </a:lnTo>
                <a:lnTo>
                  <a:pt x="12099" y="13672"/>
                </a:lnTo>
                <a:lnTo>
                  <a:pt x="12099" y="21327"/>
                </a:lnTo>
                <a:cubicBezTo>
                  <a:pt x="12099" y="21477"/>
                  <a:pt x="12282" y="21600"/>
                  <a:pt x="12506" y="21600"/>
                </a:cubicBezTo>
                <a:lnTo>
                  <a:pt x="16994" y="21600"/>
                </a:lnTo>
                <a:cubicBezTo>
                  <a:pt x="17218" y="21600"/>
                  <a:pt x="17399" y="21477"/>
                  <a:pt x="17399" y="21327"/>
                </a:cubicBezTo>
                <a:lnTo>
                  <a:pt x="17399" y="21107"/>
                </a:lnTo>
                <a:cubicBezTo>
                  <a:pt x="17399" y="20979"/>
                  <a:pt x="17336" y="20853"/>
                  <a:pt x="17220" y="20751"/>
                </a:cubicBezTo>
                <a:lnTo>
                  <a:pt x="16357" y="19992"/>
                </a:lnTo>
                <a:cubicBezTo>
                  <a:pt x="16241" y="19890"/>
                  <a:pt x="16179" y="19764"/>
                  <a:pt x="16179" y="19636"/>
                </a:cubicBezTo>
                <a:lnTo>
                  <a:pt x="16179" y="13672"/>
                </a:lnTo>
                <a:lnTo>
                  <a:pt x="16838" y="13672"/>
                </a:lnTo>
                <a:cubicBezTo>
                  <a:pt x="17173" y="13672"/>
                  <a:pt x="17444" y="13490"/>
                  <a:pt x="17444" y="13265"/>
                </a:cubicBezTo>
                <a:lnTo>
                  <a:pt x="17444" y="7843"/>
                </a:lnTo>
                <a:lnTo>
                  <a:pt x="18075" y="7843"/>
                </a:lnTo>
                <a:lnTo>
                  <a:pt x="18075" y="9364"/>
                </a:lnTo>
                <a:cubicBezTo>
                  <a:pt x="18075" y="9530"/>
                  <a:pt x="18249" y="9669"/>
                  <a:pt x="18480" y="9703"/>
                </a:cubicBezTo>
                <a:lnTo>
                  <a:pt x="18480" y="10395"/>
                </a:lnTo>
                <a:cubicBezTo>
                  <a:pt x="18249" y="10429"/>
                  <a:pt x="18075" y="10568"/>
                  <a:pt x="18075" y="10734"/>
                </a:cubicBezTo>
                <a:lnTo>
                  <a:pt x="18075" y="13326"/>
                </a:lnTo>
                <a:cubicBezTo>
                  <a:pt x="18075" y="13518"/>
                  <a:pt x="18308" y="13672"/>
                  <a:pt x="18594" y="13672"/>
                </a:cubicBezTo>
                <a:lnTo>
                  <a:pt x="18790" y="13672"/>
                </a:lnTo>
                <a:lnTo>
                  <a:pt x="18136" y="14205"/>
                </a:lnTo>
                <a:cubicBezTo>
                  <a:pt x="18028" y="14293"/>
                  <a:pt x="17991" y="14412"/>
                  <a:pt x="18038" y="14521"/>
                </a:cubicBezTo>
                <a:lnTo>
                  <a:pt x="18498" y="15614"/>
                </a:lnTo>
                <a:cubicBezTo>
                  <a:pt x="18524" y="15676"/>
                  <a:pt x="18609" y="15719"/>
                  <a:pt x="18704" y="15719"/>
                </a:cubicBezTo>
                <a:lnTo>
                  <a:pt x="19039" y="15719"/>
                </a:lnTo>
                <a:cubicBezTo>
                  <a:pt x="19157" y="15719"/>
                  <a:pt x="19250" y="15655"/>
                  <a:pt x="19250" y="15576"/>
                </a:cubicBezTo>
                <a:lnTo>
                  <a:pt x="19250" y="14788"/>
                </a:lnTo>
                <a:cubicBezTo>
                  <a:pt x="19250" y="14591"/>
                  <a:pt x="19488" y="14431"/>
                  <a:pt x="19781" y="14431"/>
                </a:cubicBezTo>
                <a:cubicBezTo>
                  <a:pt x="20074" y="14431"/>
                  <a:pt x="20312" y="14591"/>
                  <a:pt x="20312" y="14788"/>
                </a:cubicBezTo>
                <a:lnTo>
                  <a:pt x="20312" y="15576"/>
                </a:lnTo>
                <a:cubicBezTo>
                  <a:pt x="20312" y="15655"/>
                  <a:pt x="20408" y="15719"/>
                  <a:pt x="20525" y="15719"/>
                </a:cubicBezTo>
                <a:lnTo>
                  <a:pt x="20860" y="15719"/>
                </a:lnTo>
                <a:cubicBezTo>
                  <a:pt x="20955" y="15719"/>
                  <a:pt x="21038" y="15676"/>
                  <a:pt x="21064" y="15614"/>
                </a:cubicBezTo>
                <a:lnTo>
                  <a:pt x="21527" y="14521"/>
                </a:lnTo>
                <a:cubicBezTo>
                  <a:pt x="21573" y="14412"/>
                  <a:pt x="21536" y="14293"/>
                  <a:pt x="21429" y="14205"/>
                </a:cubicBezTo>
                <a:lnTo>
                  <a:pt x="20775" y="13672"/>
                </a:lnTo>
                <a:lnTo>
                  <a:pt x="20971" y="13672"/>
                </a:lnTo>
                <a:cubicBezTo>
                  <a:pt x="21256" y="13672"/>
                  <a:pt x="21489" y="13518"/>
                  <a:pt x="21489" y="13326"/>
                </a:cubicBezTo>
                <a:lnTo>
                  <a:pt x="21489" y="10734"/>
                </a:lnTo>
                <a:cubicBezTo>
                  <a:pt x="21489" y="10568"/>
                  <a:pt x="21313" y="10429"/>
                  <a:pt x="21081" y="10395"/>
                </a:cubicBezTo>
                <a:lnTo>
                  <a:pt x="21081" y="9703"/>
                </a:lnTo>
                <a:cubicBezTo>
                  <a:pt x="21313" y="9669"/>
                  <a:pt x="21489" y="9530"/>
                  <a:pt x="21489" y="9364"/>
                </a:cubicBezTo>
                <a:lnTo>
                  <a:pt x="21489" y="5197"/>
                </a:lnTo>
                <a:cubicBezTo>
                  <a:pt x="21489" y="5006"/>
                  <a:pt x="21256" y="4850"/>
                  <a:pt x="20971" y="4850"/>
                </a:cubicBezTo>
                <a:lnTo>
                  <a:pt x="18594" y="4850"/>
                </a:lnTo>
                <a:cubicBezTo>
                  <a:pt x="18308" y="4850"/>
                  <a:pt x="18075" y="5006"/>
                  <a:pt x="18075" y="5197"/>
                </a:cubicBezTo>
                <a:lnTo>
                  <a:pt x="18075" y="5592"/>
                </a:lnTo>
                <a:lnTo>
                  <a:pt x="17444" y="5592"/>
                </a:lnTo>
                <a:lnTo>
                  <a:pt x="17444" y="4455"/>
                </a:lnTo>
                <a:cubicBezTo>
                  <a:pt x="17444" y="4230"/>
                  <a:pt x="17173" y="4048"/>
                  <a:pt x="16838" y="4048"/>
                </a:cubicBezTo>
                <a:lnTo>
                  <a:pt x="14503" y="4048"/>
                </a:lnTo>
                <a:lnTo>
                  <a:pt x="14503" y="2779"/>
                </a:lnTo>
                <a:cubicBezTo>
                  <a:pt x="14503" y="2688"/>
                  <a:pt x="14614" y="2614"/>
                  <a:pt x="14750" y="2614"/>
                </a:cubicBezTo>
                <a:lnTo>
                  <a:pt x="15102" y="2614"/>
                </a:lnTo>
                <a:cubicBezTo>
                  <a:pt x="15238" y="2614"/>
                  <a:pt x="15349" y="2541"/>
                  <a:pt x="15349" y="2450"/>
                </a:cubicBezTo>
                <a:lnTo>
                  <a:pt x="15349" y="1600"/>
                </a:lnTo>
                <a:cubicBezTo>
                  <a:pt x="15349" y="1509"/>
                  <a:pt x="15238" y="1434"/>
                  <a:pt x="15102" y="1434"/>
                </a:cubicBezTo>
                <a:lnTo>
                  <a:pt x="14750" y="1434"/>
                </a:lnTo>
                <a:cubicBezTo>
                  <a:pt x="14614" y="1434"/>
                  <a:pt x="14503" y="1360"/>
                  <a:pt x="14503" y="1269"/>
                </a:cubicBezTo>
                <a:lnTo>
                  <a:pt x="14503" y="398"/>
                </a:lnTo>
                <a:cubicBezTo>
                  <a:pt x="14503" y="178"/>
                  <a:pt x="14238" y="0"/>
                  <a:pt x="13910" y="0"/>
                </a:cubicBezTo>
                <a:lnTo>
                  <a:pt x="7636" y="0"/>
                </a:lnTo>
                <a:close/>
                <a:moveTo>
                  <a:pt x="9228" y="1434"/>
                </a:moveTo>
                <a:cubicBezTo>
                  <a:pt x="9713" y="1434"/>
                  <a:pt x="10106" y="1700"/>
                  <a:pt x="10106" y="2025"/>
                </a:cubicBezTo>
                <a:cubicBezTo>
                  <a:pt x="10106" y="2350"/>
                  <a:pt x="9713" y="2614"/>
                  <a:pt x="9228" y="2614"/>
                </a:cubicBezTo>
                <a:cubicBezTo>
                  <a:pt x="8743" y="2614"/>
                  <a:pt x="8351" y="2350"/>
                  <a:pt x="8351" y="2025"/>
                </a:cubicBezTo>
                <a:cubicBezTo>
                  <a:pt x="8351" y="1700"/>
                  <a:pt x="8743" y="1434"/>
                  <a:pt x="9228" y="1434"/>
                </a:cubicBezTo>
                <a:close/>
                <a:moveTo>
                  <a:pt x="12317" y="1434"/>
                </a:moveTo>
                <a:cubicBezTo>
                  <a:pt x="12802" y="1434"/>
                  <a:pt x="13195" y="1700"/>
                  <a:pt x="13195" y="2025"/>
                </a:cubicBezTo>
                <a:cubicBezTo>
                  <a:pt x="13195" y="2350"/>
                  <a:pt x="12802" y="2614"/>
                  <a:pt x="12317" y="2614"/>
                </a:cubicBezTo>
                <a:cubicBezTo>
                  <a:pt x="11832" y="2614"/>
                  <a:pt x="11440" y="2350"/>
                  <a:pt x="11440" y="2025"/>
                </a:cubicBezTo>
                <a:cubicBezTo>
                  <a:pt x="11440" y="1700"/>
                  <a:pt x="11832" y="1434"/>
                  <a:pt x="12317" y="1434"/>
                </a:cubicBezTo>
                <a:close/>
                <a:moveTo>
                  <a:pt x="8091" y="5474"/>
                </a:moveTo>
                <a:lnTo>
                  <a:pt x="13454" y="5474"/>
                </a:lnTo>
                <a:lnTo>
                  <a:pt x="13454" y="7795"/>
                </a:lnTo>
                <a:lnTo>
                  <a:pt x="8091" y="7795"/>
                </a:lnTo>
                <a:lnTo>
                  <a:pt x="8091" y="5474"/>
                </a:lnTo>
                <a:close/>
                <a:moveTo>
                  <a:pt x="8688" y="8716"/>
                </a:moveTo>
                <a:cubicBezTo>
                  <a:pt x="9016" y="8716"/>
                  <a:pt x="9281" y="8895"/>
                  <a:pt x="9281" y="9116"/>
                </a:cubicBezTo>
                <a:cubicBezTo>
                  <a:pt x="9281" y="9336"/>
                  <a:pt x="9016" y="9514"/>
                  <a:pt x="8688" y="9514"/>
                </a:cubicBezTo>
                <a:cubicBezTo>
                  <a:pt x="8359" y="9514"/>
                  <a:pt x="8091" y="9336"/>
                  <a:pt x="8091" y="9116"/>
                </a:cubicBezTo>
                <a:cubicBezTo>
                  <a:pt x="8091" y="8895"/>
                  <a:pt x="8359" y="8716"/>
                  <a:pt x="8688" y="8716"/>
                </a:cubicBezTo>
                <a:close/>
                <a:moveTo>
                  <a:pt x="10773" y="8716"/>
                </a:moveTo>
                <a:cubicBezTo>
                  <a:pt x="11102" y="8716"/>
                  <a:pt x="11369" y="8895"/>
                  <a:pt x="11369" y="9116"/>
                </a:cubicBezTo>
                <a:cubicBezTo>
                  <a:pt x="11369" y="9336"/>
                  <a:pt x="11102" y="9514"/>
                  <a:pt x="10773" y="9514"/>
                </a:cubicBezTo>
                <a:cubicBezTo>
                  <a:pt x="10444" y="9514"/>
                  <a:pt x="10177" y="9336"/>
                  <a:pt x="10177" y="9116"/>
                </a:cubicBezTo>
                <a:cubicBezTo>
                  <a:pt x="10177" y="8895"/>
                  <a:pt x="10444" y="8716"/>
                  <a:pt x="10773" y="8716"/>
                </a:cubicBezTo>
                <a:close/>
                <a:moveTo>
                  <a:pt x="12858" y="8716"/>
                </a:moveTo>
                <a:cubicBezTo>
                  <a:pt x="13187" y="8716"/>
                  <a:pt x="13454" y="8895"/>
                  <a:pt x="13454" y="9116"/>
                </a:cubicBezTo>
                <a:cubicBezTo>
                  <a:pt x="13454" y="9336"/>
                  <a:pt x="13187" y="9514"/>
                  <a:pt x="12858" y="9514"/>
                </a:cubicBezTo>
                <a:cubicBezTo>
                  <a:pt x="12530" y="9514"/>
                  <a:pt x="12265" y="9336"/>
                  <a:pt x="12265" y="9116"/>
                </a:cubicBezTo>
                <a:cubicBezTo>
                  <a:pt x="12265" y="8895"/>
                  <a:pt x="12530" y="8716"/>
                  <a:pt x="12858" y="8716"/>
                </a:cubicBezTo>
                <a:close/>
                <a:moveTo>
                  <a:pt x="10773" y="10277"/>
                </a:moveTo>
                <a:cubicBezTo>
                  <a:pt x="11801" y="10277"/>
                  <a:pt x="12768" y="10545"/>
                  <a:pt x="13495" y="11033"/>
                </a:cubicBezTo>
                <a:lnTo>
                  <a:pt x="11917" y="12093"/>
                </a:lnTo>
                <a:cubicBezTo>
                  <a:pt x="11612" y="11888"/>
                  <a:pt x="11205" y="11774"/>
                  <a:pt x="10773" y="11774"/>
                </a:cubicBezTo>
                <a:cubicBezTo>
                  <a:pt x="10341" y="11774"/>
                  <a:pt x="9934" y="11888"/>
                  <a:pt x="9628" y="12093"/>
                </a:cubicBezTo>
                <a:lnTo>
                  <a:pt x="8051" y="11033"/>
                </a:lnTo>
                <a:cubicBezTo>
                  <a:pt x="8778" y="10545"/>
                  <a:pt x="9745" y="10277"/>
                  <a:pt x="10773" y="10277"/>
                </a:cubicBezTo>
                <a:close/>
              </a:path>
            </a:pathLst>
          </a:custGeom>
          <a:solidFill>
            <a:schemeClr val="accent2">
              <a:satOff val="-29896"/>
              <a:lumOff val="-1297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sp>
        <p:nvSpPr>
          <p:cNvPr id="330" name="File Storage Agent"/>
          <p:cNvSpPr txBox="1"/>
          <p:nvPr/>
        </p:nvSpPr>
        <p:spPr>
          <a:xfrm>
            <a:off x="10659257" y="6337930"/>
            <a:ext cx="239776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File Storage Agent</a:t>
            </a:r>
          </a:p>
        </p:txBody>
      </p:sp>
      <p:sp>
        <p:nvSpPr>
          <p:cNvPr id="331" name="File Retriever Agent"/>
          <p:cNvSpPr txBox="1"/>
          <p:nvPr/>
        </p:nvSpPr>
        <p:spPr>
          <a:xfrm>
            <a:off x="10521565" y="8541443"/>
            <a:ext cx="2569719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File Retriever Agent</a:t>
            </a:r>
          </a:p>
        </p:txBody>
      </p:sp>
      <p:sp>
        <p:nvSpPr>
          <p:cNvPr id="336" name="Connection Line"/>
          <p:cNvSpPr/>
          <p:nvPr/>
        </p:nvSpPr>
        <p:spPr>
          <a:xfrm>
            <a:off x="17671248" y="6369547"/>
            <a:ext cx="1271872" cy="8105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336" extrusionOk="0">
                <a:moveTo>
                  <a:pt x="0" y="16489"/>
                </a:moveTo>
                <a:cubicBezTo>
                  <a:pt x="10990" y="21600"/>
                  <a:pt x="18190" y="16104"/>
                  <a:pt x="21600" y="0"/>
                </a:cubicBezTo>
              </a:path>
            </a:pathLst>
          </a:custGeom>
          <a:ln w="25400">
            <a:solidFill>
              <a:schemeClr val="accent2">
                <a:hueOff val="-168224"/>
                <a:satOff val="18883"/>
                <a:lumOff val="-31844"/>
              </a:schemeClr>
            </a:solidFill>
            <a:prstDash val="sysDot"/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3" name="VectorDB Agent"/>
          <p:cNvSpPr txBox="1"/>
          <p:nvPr/>
        </p:nvSpPr>
        <p:spPr>
          <a:xfrm>
            <a:off x="18411287" y="5861366"/>
            <a:ext cx="209067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VectorDB Agent</a:t>
            </a:r>
          </a:p>
        </p:txBody>
      </p:sp>
      <p:sp>
        <p:nvSpPr>
          <p:cNvPr id="44" name="Query">
            <a:extLst>
              <a:ext uri="{FF2B5EF4-FFF2-40B4-BE49-F238E27FC236}">
                <a16:creationId xmlns:a16="http://schemas.microsoft.com/office/drawing/2014/main" id="{658E9DFD-4954-4F9C-A4CA-FE235F98CC20}"/>
              </a:ext>
            </a:extLst>
          </p:cNvPr>
          <p:cNvSpPr txBox="1"/>
          <p:nvPr/>
        </p:nvSpPr>
        <p:spPr>
          <a:xfrm>
            <a:off x="3592514" y="5142374"/>
            <a:ext cx="3825858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File Upload or </a:t>
            </a:r>
            <a:r>
              <a:rPr dirty="0"/>
              <a:t>Query</a:t>
            </a:r>
          </a:p>
        </p:txBody>
      </p:sp>
      <p:sp>
        <p:nvSpPr>
          <p:cNvPr id="45" name="Rectangle">
            <a:extLst>
              <a:ext uri="{FF2B5EF4-FFF2-40B4-BE49-F238E27FC236}">
                <a16:creationId xmlns:a16="http://schemas.microsoft.com/office/drawing/2014/main" id="{33DFD27E-3279-4F11-AA52-EA2736DAD984}"/>
              </a:ext>
            </a:extLst>
          </p:cNvPr>
          <p:cNvSpPr/>
          <p:nvPr/>
        </p:nvSpPr>
        <p:spPr>
          <a:xfrm>
            <a:off x="14076095" y="8335561"/>
            <a:ext cx="3779902" cy="30277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46" name="Tools">
            <a:extLst>
              <a:ext uri="{FF2B5EF4-FFF2-40B4-BE49-F238E27FC236}">
                <a16:creationId xmlns:a16="http://schemas.microsoft.com/office/drawing/2014/main" id="{CE26606A-AD8F-4655-B568-DD84B346D99A}"/>
              </a:ext>
            </a:extLst>
          </p:cNvPr>
          <p:cNvSpPr txBox="1"/>
          <p:nvPr/>
        </p:nvSpPr>
        <p:spPr>
          <a:xfrm>
            <a:off x="14088795" y="8334037"/>
            <a:ext cx="84338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Tools</a:t>
            </a:r>
          </a:p>
        </p:txBody>
      </p:sp>
      <p:sp>
        <p:nvSpPr>
          <p:cNvPr id="47" name="Gear">
            <a:extLst>
              <a:ext uri="{FF2B5EF4-FFF2-40B4-BE49-F238E27FC236}">
                <a16:creationId xmlns:a16="http://schemas.microsoft.com/office/drawing/2014/main" id="{B36E5E6E-F891-40A2-8C56-1272ECF5A139}"/>
              </a:ext>
            </a:extLst>
          </p:cNvPr>
          <p:cNvSpPr/>
          <p:nvPr/>
        </p:nvSpPr>
        <p:spPr>
          <a:xfrm>
            <a:off x="14366110" y="8902851"/>
            <a:ext cx="494399" cy="4922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chemeClr val="accent3">
              <a:hueOff val="-705272"/>
              <a:satOff val="-43276"/>
              <a:lumOff val="-1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48" name="Custom Tools for Agents">
            <a:extLst>
              <a:ext uri="{FF2B5EF4-FFF2-40B4-BE49-F238E27FC236}">
                <a16:creationId xmlns:a16="http://schemas.microsoft.com/office/drawing/2014/main" id="{0FE4B199-DEE7-4DF5-9E51-2E3A025D45BF}"/>
              </a:ext>
            </a:extLst>
          </p:cNvPr>
          <p:cNvSpPr txBox="1"/>
          <p:nvPr/>
        </p:nvSpPr>
        <p:spPr>
          <a:xfrm>
            <a:off x="14910579" y="8926727"/>
            <a:ext cx="2950973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</a:lstStyle>
          <a:p>
            <a:r>
              <a:t>Custom Tools for Agents</a:t>
            </a:r>
          </a:p>
        </p:txBody>
      </p:sp>
      <p:sp>
        <p:nvSpPr>
          <p:cNvPr id="49" name="File Store in AlloyDB…">
            <a:extLst>
              <a:ext uri="{FF2B5EF4-FFF2-40B4-BE49-F238E27FC236}">
                <a16:creationId xmlns:a16="http://schemas.microsoft.com/office/drawing/2014/main" id="{DA9C70CE-0A76-47CB-B758-0DA71396A7AF}"/>
              </a:ext>
            </a:extLst>
          </p:cNvPr>
          <p:cNvSpPr txBox="1"/>
          <p:nvPr/>
        </p:nvSpPr>
        <p:spPr>
          <a:xfrm>
            <a:off x="14347868" y="9691082"/>
            <a:ext cx="3236354" cy="131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File Store in </a:t>
            </a:r>
            <a:r>
              <a:rPr lang="en-IN" dirty="0"/>
              <a:t>Alloy DB</a:t>
            </a:r>
            <a:endParaRPr dirty="0"/>
          </a:p>
          <a:p>
            <a:pPr marL="228600" indent="-228600">
              <a:lnSpc>
                <a:spcPct val="50000"/>
              </a:lnSpc>
              <a:spcBef>
                <a:spcPts val="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Retrieval Mechanism</a:t>
            </a:r>
          </a:p>
          <a:p>
            <a:pPr marL="228600" indent="-228600">
              <a:lnSpc>
                <a:spcPct val="50000"/>
              </a:lnSpc>
              <a:spcBef>
                <a:spcPts val="100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File Categorization</a:t>
            </a:r>
            <a:endParaRPr lang="en-US" dirty="0"/>
          </a:p>
          <a:p>
            <a:pPr marL="228600" indent="-228600">
              <a:lnSpc>
                <a:spcPct val="50000"/>
              </a:lnSpc>
              <a:spcBef>
                <a:spcPts val="100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Entities and Relations Extraction</a:t>
            </a:r>
          </a:p>
        </p:txBody>
      </p:sp>
      <p:pic>
        <p:nvPicPr>
          <p:cNvPr id="50" name="pasted-movie.png" descr="pasted-movie.png">
            <a:extLst>
              <a:ext uri="{FF2B5EF4-FFF2-40B4-BE49-F238E27FC236}">
                <a16:creationId xmlns:a16="http://schemas.microsoft.com/office/drawing/2014/main" id="{156AE203-8DFE-4C57-A0B0-03BB306FB8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590807" y="10243930"/>
            <a:ext cx="270072" cy="270072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Fig: SeerVault’s High-Level Architecture">
            <a:extLst>
              <a:ext uri="{FF2B5EF4-FFF2-40B4-BE49-F238E27FC236}">
                <a16:creationId xmlns:a16="http://schemas.microsoft.com/office/drawing/2014/main" id="{E2E0B795-28A4-4184-8F3F-34766C92DA54}"/>
              </a:ext>
            </a:extLst>
          </p:cNvPr>
          <p:cNvSpPr txBox="1"/>
          <p:nvPr/>
        </p:nvSpPr>
        <p:spPr>
          <a:xfrm>
            <a:off x="8172895" y="12872272"/>
            <a:ext cx="461518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Fig: SeerVault’s High-Level Architecture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Head with Shoulders"/>
          <p:cNvSpPr/>
          <p:nvPr/>
        </p:nvSpPr>
        <p:spPr>
          <a:xfrm>
            <a:off x="771561" y="5676707"/>
            <a:ext cx="1927175" cy="1669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sp>
        <p:nvSpPr>
          <p:cNvPr id="339" name="User"/>
          <p:cNvSpPr txBox="1"/>
          <p:nvPr/>
        </p:nvSpPr>
        <p:spPr>
          <a:xfrm>
            <a:off x="1288616" y="7273642"/>
            <a:ext cx="90906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t>User</a:t>
            </a:r>
          </a:p>
        </p:txBody>
      </p:sp>
      <p:sp>
        <p:nvSpPr>
          <p:cNvPr id="340" name="Line"/>
          <p:cNvSpPr/>
          <p:nvPr/>
        </p:nvSpPr>
        <p:spPr>
          <a:xfrm>
            <a:off x="3080614" y="5734741"/>
            <a:ext cx="4849657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1" name="Line"/>
          <p:cNvSpPr/>
          <p:nvPr/>
        </p:nvSpPr>
        <p:spPr>
          <a:xfrm>
            <a:off x="3080614" y="7584792"/>
            <a:ext cx="4849657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3" name="Streamed Response"/>
          <p:cNvSpPr txBox="1"/>
          <p:nvPr/>
        </p:nvSpPr>
        <p:spPr>
          <a:xfrm>
            <a:off x="3703503" y="6964315"/>
            <a:ext cx="3583306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t>Streamed Response</a:t>
            </a:r>
          </a:p>
        </p:txBody>
      </p:sp>
      <p:sp>
        <p:nvSpPr>
          <p:cNvPr id="344" name="Rectangle"/>
          <p:cNvSpPr/>
          <p:nvPr/>
        </p:nvSpPr>
        <p:spPr>
          <a:xfrm>
            <a:off x="8312150" y="905385"/>
            <a:ext cx="9855436" cy="11212301"/>
          </a:xfrm>
          <a:prstGeom prst="rect">
            <a:avLst/>
          </a:prstGeom>
          <a:solidFill>
            <a:srgbClr val="D5D5D5">
              <a:alpha val="4958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345" name="Rectangle"/>
          <p:cNvSpPr/>
          <p:nvPr/>
        </p:nvSpPr>
        <p:spPr>
          <a:xfrm>
            <a:off x="8841904" y="2985442"/>
            <a:ext cx="4250650" cy="8446995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346" name="AI Agentic Backend"/>
          <p:cNvSpPr txBox="1"/>
          <p:nvPr/>
        </p:nvSpPr>
        <p:spPr>
          <a:xfrm>
            <a:off x="8437081" y="925485"/>
            <a:ext cx="352272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3">
                    <a:hueOff val="-705272"/>
                    <a:satOff val="-43276"/>
                    <a:lumOff val="-19411"/>
                  </a:schemeClr>
                </a:solidFill>
              </a:defRPr>
            </a:lvl1pPr>
          </a:lstStyle>
          <a:p>
            <a:r>
              <a:t>AI Agentic Backend</a:t>
            </a:r>
          </a:p>
        </p:txBody>
      </p:sp>
      <p:sp>
        <p:nvSpPr>
          <p:cNvPr id="347" name="Hosting Platform"/>
          <p:cNvSpPr txBox="1"/>
          <p:nvPr/>
        </p:nvSpPr>
        <p:spPr>
          <a:xfrm>
            <a:off x="8906101" y="3074929"/>
            <a:ext cx="243840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Hosting Platform</a:t>
            </a:r>
          </a:p>
        </p:txBody>
      </p:sp>
      <p:sp>
        <p:nvSpPr>
          <p:cNvPr id="351" name="Line"/>
          <p:cNvSpPr/>
          <p:nvPr/>
        </p:nvSpPr>
        <p:spPr>
          <a:xfrm>
            <a:off x="13137793" y="9687791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56" name="Rectangle Rectangle" descr="Rectangle Rectangle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68271" y="7241510"/>
            <a:ext cx="1020675" cy="1310649"/>
          </a:xfrm>
          <a:prstGeom prst="rect">
            <a:avLst/>
          </a:prstGeom>
        </p:spPr>
      </p:pic>
      <p:sp>
        <p:nvSpPr>
          <p:cNvPr id="358" name="Robot"/>
          <p:cNvSpPr/>
          <p:nvPr/>
        </p:nvSpPr>
        <p:spPr>
          <a:xfrm>
            <a:off x="12141532" y="7382039"/>
            <a:ext cx="644901" cy="96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7636" y="0"/>
                </a:moveTo>
                <a:cubicBezTo>
                  <a:pt x="7308" y="0"/>
                  <a:pt x="7042" y="178"/>
                  <a:pt x="7042" y="398"/>
                </a:cubicBezTo>
                <a:lnTo>
                  <a:pt x="7042" y="1269"/>
                </a:lnTo>
                <a:cubicBezTo>
                  <a:pt x="7042" y="1360"/>
                  <a:pt x="6932" y="1434"/>
                  <a:pt x="6796" y="1434"/>
                </a:cubicBezTo>
                <a:lnTo>
                  <a:pt x="6444" y="1434"/>
                </a:lnTo>
                <a:cubicBezTo>
                  <a:pt x="6308" y="1434"/>
                  <a:pt x="6197" y="1509"/>
                  <a:pt x="6197" y="1600"/>
                </a:cubicBezTo>
                <a:lnTo>
                  <a:pt x="6197" y="2450"/>
                </a:lnTo>
                <a:cubicBezTo>
                  <a:pt x="6197" y="2541"/>
                  <a:pt x="6308" y="2614"/>
                  <a:pt x="6444" y="2614"/>
                </a:cubicBezTo>
                <a:lnTo>
                  <a:pt x="6796" y="2614"/>
                </a:lnTo>
                <a:cubicBezTo>
                  <a:pt x="6932" y="2614"/>
                  <a:pt x="7042" y="2688"/>
                  <a:pt x="7042" y="2779"/>
                </a:cubicBezTo>
                <a:lnTo>
                  <a:pt x="7042" y="4048"/>
                </a:lnTo>
                <a:lnTo>
                  <a:pt x="4708" y="4048"/>
                </a:lnTo>
                <a:cubicBezTo>
                  <a:pt x="4373" y="4048"/>
                  <a:pt x="4102" y="4230"/>
                  <a:pt x="4102" y="4455"/>
                </a:cubicBezTo>
                <a:lnTo>
                  <a:pt x="4102" y="5592"/>
                </a:lnTo>
                <a:lnTo>
                  <a:pt x="3470" y="5592"/>
                </a:lnTo>
                <a:lnTo>
                  <a:pt x="3470" y="5197"/>
                </a:lnTo>
                <a:cubicBezTo>
                  <a:pt x="3470" y="5006"/>
                  <a:pt x="3238" y="4850"/>
                  <a:pt x="2952" y="4850"/>
                </a:cubicBezTo>
                <a:lnTo>
                  <a:pt x="575" y="4850"/>
                </a:lnTo>
                <a:cubicBezTo>
                  <a:pt x="289" y="4850"/>
                  <a:pt x="57" y="5006"/>
                  <a:pt x="57" y="5197"/>
                </a:cubicBezTo>
                <a:lnTo>
                  <a:pt x="57" y="9364"/>
                </a:lnTo>
                <a:cubicBezTo>
                  <a:pt x="57" y="9530"/>
                  <a:pt x="233" y="9669"/>
                  <a:pt x="464" y="9703"/>
                </a:cubicBezTo>
                <a:lnTo>
                  <a:pt x="464" y="10395"/>
                </a:lnTo>
                <a:cubicBezTo>
                  <a:pt x="233" y="10429"/>
                  <a:pt x="57" y="10568"/>
                  <a:pt x="57" y="10734"/>
                </a:cubicBezTo>
                <a:lnTo>
                  <a:pt x="57" y="13326"/>
                </a:lnTo>
                <a:cubicBezTo>
                  <a:pt x="57" y="13518"/>
                  <a:pt x="290" y="13672"/>
                  <a:pt x="575" y="13672"/>
                </a:cubicBezTo>
                <a:lnTo>
                  <a:pt x="771" y="13672"/>
                </a:lnTo>
                <a:lnTo>
                  <a:pt x="117" y="14205"/>
                </a:lnTo>
                <a:cubicBezTo>
                  <a:pt x="10" y="14293"/>
                  <a:pt x="-27" y="14412"/>
                  <a:pt x="19" y="14521"/>
                </a:cubicBezTo>
                <a:lnTo>
                  <a:pt x="480" y="15614"/>
                </a:lnTo>
                <a:cubicBezTo>
                  <a:pt x="506" y="15676"/>
                  <a:pt x="590" y="15719"/>
                  <a:pt x="686" y="15719"/>
                </a:cubicBezTo>
                <a:lnTo>
                  <a:pt x="1020" y="15719"/>
                </a:lnTo>
                <a:cubicBezTo>
                  <a:pt x="1138" y="15719"/>
                  <a:pt x="1234" y="15655"/>
                  <a:pt x="1234" y="15576"/>
                </a:cubicBezTo>
                <a:lnTo>
                  <a:pt x="1234" y="14788"/>
                </a:lnTo>
                <a:cubicBezTo>
                  <a:pt x="1234" y="14591"/>
                  <a:pt x="1472" y="14431"/>
                  <a:pt x="1765" y="14431"/>
                </a:cubicBezTo>
                <a:cubicBezTo>
                  <a:pt x="2058" y="14431"/>
                  <a:pt x="2293" y="14591"/>
                  <a:pt x="2293" y="14788"/>
                </a:cubicBezTo>
                <a:lnTo>
                  <a:pt x="2293" y="15576"/>
                </a:lnTo>
                <a:cubicBezTo>
                  <a:pt x="2293" y="15655"/>
                  <a:pt x="2389" y="15719"/>
                  <a:pt x="2507" y="15719"/>
                </a:cubicBezTo>
                <a:lnTo>
                  <a:pt x="2842" y="15719"/>
                </a:lnTo>
                <a:cubicBezTo>
                  <a:pt x="2937" y="15719"/>
                  <a:pt x="3022" y="15676"/>
                  <a:pt x="3048" y="15614"/>
                </a:cubicBezTo>
                <a:lnTo>
                  <a:pt x="3508" y="14521"/>
                </a:lnTo>
                <a:cubicBezTo>
                  <a:pt x="3554" y="14412"/>
                  <a:pt x="3518" y="14293"/>
                  <a:pt x="3410" y="14205"/>
                </a:cubicBezTo>
                <a:lnTo>
                  <a:pt x="2756" y="13672"/>
                </a:lnTo>
                <a:lnTo>
                  <a:pt x="2952" y="13672"/>
                </a:lnTo>
                <a:cubicBezTo>
                  <a:pt x="3238" y="13672"/>
                  <a:pt x="3470" y="13518"/>
                  <a:pt x="3470" y="13326"/>
                </a:cubicBezTo>
                <a:lnTo>
                  <a:pt x="3470" y="10734"/>
                </a:lnTo>
                <a:cubicBezTo>
                  <a:pt x="3470" y="10568"/>
                  <a:pt x="3297" y="10429"/>
                  <a:pt x="3065" y="10395"/>
                </a:cubicBezTo>
                <a:lnTo>
                  <a:pt x="3065" y="9703"/>
                </a:lnTo>
                <a:cubicBezTo>
                  <a:pt x="3297" y="9669"/>
                  <a:pt x="3470" y="9530"/>
                  <a:pt x="3470" y="9364"/>
                </a:cubicBezTo>
                <a:lnTo>
                  <a:pt x="3470" y="7843"/>
                </a:lnTo>
                <a:lnTo>
                  <a:pt x="4102" y="7843"/>
                </a:lnTo>
                <a:lnTo>
                  <a:pt x="4102" y="13265"/>
                </a:lnTo>
                <a:cubicBezTo>
                  <a:pt x="4102" y="13490"/>
                  <a:pt x="4373" y="13672"/>
                  <a:pt x="4708" y="13672"/>
                </a:cubicBezTo>
                <a:lnTo>
                  <a:pt x="5367" y="13672"/>
                </a:lnTo>
                <a:lnTo>
                  <a:pt x="5367" y="19636"/>
                </a:lnTo>
                <a:cubicBezTo>
                  <a:pt x="5367" y="19764"/>
                  <a:pt x="5302" y="19890"/>
                  <a:pt x="5186" y="19992"/>
                </a:cubicBezTo>
                <a:lnTo>
                  <a:pt x="4326" y="20751"/>
                </a:lnTo>
                <a:cubicBezTo>
                  <a:pt x="4210" y="20853"/>
                  <a:pt x="4145" y="20979"/>
                  <a:pt x="4145" y="21107"/>
                </a:cubicBezTo>
                <a:lnTo>
                  <a:pt x="4145" y="21327"/>
                </a:lnTo>
                <a:cubicBezTo>
                  <a:pt x="4145" y="21477"/>
                  <a:pt x="4328" y="21600"/>
                  <a:pt x="4552" y="21600"/>
                </a:cubicBezTo>
                <a:lnTo>
                  <a:pt x="9040" y="21600"/>
                </a:lnTo>
                <a:cubicBezTo>
                  <a:pt x="9264" y="21600"/>
                  <a:pt x="9447" y="21477"/>
                  <a:pt x="9447" y="21327"/>
                </a:cubicBezTo>
                <a:lnTo>
                  <a:pt x="9447" y="13672"/>
                </a:lnTo>
                <a:lnTo>
                  <a:pt x="12099" y="13672"/>
                </a:lnTo>
                <a:lnTo>
                  <a:pt x="12099" y="21327"/>
                </a:lnTo>
                <a:cubicBezTo>
                  <a:pt x="12099" y="21477"/>
                  <a:pt x="12282" y="21600"/>
                  <a:pt x="12506" y="21600"/>
                </a:cubicBezTo>
                <a:lnTo>
                  <a:pt x="16994" y="21600"/>
                </a:lnTo>
                <a:cubicBezTo>
                  <a:pt x="17218" y="21600"/>
                  <a:pt x="17399" y="21477"/>
                  <a:pt x="17399" y="21327"/>
                </a:cubicBezTo>
                <a:lnTo>
                  <a:pt x="17399" y="21107"/>
                </a:lnTo>
                <a:cubicBezTo>
                  <a:pt x="17399" y="20979"/>
                  <a:pt x="17336" y="20853"/>
                  <a:pt x="17220" y="20751"/>
                </a:cubicBezTo>
                <a:lnTo>
                  <a:pt x="16357" y="19992"/>
                </a:lnTo>
                <a:cubicBezTo>
                  <a:pt x="16241" y="19890"/>
                  <a:pt x="16179" y="19764"/>
                  <a:pt x="16179" y="19636"/>
                </a:cubicBezTo>
                <a:lnTo>
                  <a:pt x="16179" y="13672"/>
                </a:lnTo>
                <a:lnTo>
                  <a:pt x="16838" y="13672"/>
                </a:lnTo>
                <a:cubicBezTo>
                  <a:pt x="17173" y="13672"/>
                  <a:pt x="17444" y="13490"/>
                  <a:pt x="17444" y="13265"/>
                </a:cubicBezTo>
                <a:lnTo>
                  <a:pt x="17444" y="7843"/>
                </a:lnTo>
                <a:lnTo>
                  <a:pt x="18075" y="7843"/>
                </a:lnTo>
                <a:lnTo>
                  <a:pt x="18075" y="9364"/>
                </a:lnTo>
                <a:cubicBezTo>
                  <a:pt x="18075" y="9530"/>
                  <a:pt x="18249" y="9669"/>
                  <a:pt x="18480" y="9703"/>
                </a:cubicBezTo>
                <a:lnTo>
                  <a:pt x="18480" y="10395"/>
                </a:lnTo>
                <a:cubicBezTo>
                  <a:pt x="18249" y="10429"/>
                  <a:pt x="18075" y="10568"/>
                  <a:pt x="18075" y="10734"/>
                </a:cubicBezTo>
                <a:lnTo>
                  <a:pt x="18075" y="13326"/>
                </a:lnTo>
                <a:cubicBezTo>
                  <a:pt x="18075" y="13518"/>
                  <a:pt x="18308" y="13672"/>
                  <a:pt x="18594" y="13672"/>
                </a:cubicBezTo>
                <a:lnTo>
                  <a:pt x="18790" y="13672"/>
                </a:lnTo>
                <a:lnTo>
                  <a:pt x="18136" y="14205"/>
                </a:lnTo>
                <a:cubicBezTo>
                  <a:pt x="18028" y="14293"/>
                  <a:pt x="17991" y="14412"/>
                  <a:pt x="18038" y="14521"/>
                </a:cubicBezTo>
                <a:lnTo>
                  <a:pt x="18498" y="15614"/>
                </a:lnTo>
                <a:cubicBezTo>
                  <a:pt x="18524" y="15676"/>
                  <a:pt x="18609" y="15719"/>
                  <a:pt x="18704" y="15719"/>
                </a:cubicBezTo>
                <a:lnTo>
                  <a:pt x="19039" y="15719"/>
                </a:lnTo>
                <a:cubicBezTo>
                  <a:pt x="19157" y="15719"/>
                  <a:pt x="19250" y="15655"/>
                  <a:pt x="19250" y="15576"/>
                </a:cubicBezTo>
                <a:lnTo>
                  <a:pt x="19250" y="14788"/>
                </a:lnTo>
                <a:cubicBezTo>
                  <a:pt x="19250" y="14591"/>
                  <a:pt x="19488" y="14431"/>
                  <a:pt x="19781" y="14431"/>
                </a:cubicBezTo>
                <a:cubicBezTo>
                  <a:pt x="20074" y="14431"/>
                  <a:pt x="20312" y="14591"/>
                  <a:pt x="20312" y="14788"/>
                </a:cubicBezTo>
                <a:lnTo>
                  <a:pt x="20312" y="15576"/>
                </a:lnTo>
                <a:cubicBezTo>
                  <a:pt x="20312" y="15655"/>
                  <a:pt x="20408" y="15719"/>
                  <a:pt x="20525" y="15719"/>
                </a:cubicBezTo>
                <a:lnTo>
                  <a:pt x="20860" y="15719"/>
                </a:lnTo>
                <a:cubicBezTo>
                  <a:pt x="20955" y="15719"/>
                  <a:pt x="21038" y="15676"/>
                  <a:pt x="21064" y="15614"/>
                </a:cubicBezTo>
                <a:lnTo>
                  <a:pt x="21527" y="14521"/>
                </a:lnTo>
                <a:cubicBezTo>
                  <a:pt x="21573" y="14412"/>
                  <a:pt x="21536" y="14293"/>
                  <a:pt x="21429" y="14205"/>
                </a:cubicBezTo>
                <a:lnTo>
                  <a:pt x="20775" y="13672"/>
                </a:lnTo>
                <a:lnTo>
                  <a:pt x="20971" y="13672"/>
                </a:lnTo>
                <a:cubicBezTo>
                  <a:pt x="21256" y="13672"/>
                  <a:pt x="21489" y="13518"/>
                  <a:pt x="21489" y="13326"/>
                </a:cubicBezTo>
                <a:lnTo>
                  <a:pt x="21489" y="10734"/>
                </a:lnTo>
                <a:cubicBezTo>
                  <a:pt x="21489" y="10568"/>
                  <a:pt x="21313" y="10429"/>
                  <a:pt x="21081" y="10395"/>
                </a:cubicBezTo>
                <a:lnTo>
                  <a:pt x="21081" y="9703"/>
                </a:lnTo>
                <a:cubicBezTo>
                  <a:pt x="21313" y="9669"/>
                  <a:pt x="21489" y="9530"/>
                  <a:pt x="21489" y="9364"/>
                </a:cubicBezTo>
                <a:lnTo>
                  <a:pt x="21489" y="5197"/>
                </a:lnTo>
                <a:cubicBezTo>
                  <a:pt x="21489" y="5006"/>
                  <a:pt x="21256" y="4850"/>
                  <a:pt x="20971" y="4850"/>
                </a:cubicBezTo>
                <a:lnTo>
                  <a:pt x="18594" y="4850"/>
                </a:lnTo>
                <a:cubicBezTo>
                  <a:pt x="18308" y="4850"/>
                  <a:pt x="18075" y="5006"/>
                  <a:pt x="18075" y="5197"/>
                </a:cubicBezTo>
                <a:lnTo>
                  <a:pt x="18075" y="5592"/>
                </a:lnTo>
                <a:lnTo>
                  <a:pt x="17444" y="5592"/>
                </a:lnTo>
                <a:lnTo>
                  <a:pt x="17444" y="4455"/>
                </a:lnTo>
                <a:cubicBezTo>
                  <a:pt x="17444" y="4230"/>
                  <a:pt x="17173" y="4048"/>
                  <a:pt x="16838" y="4048"/>
                </a:cubicBezTo>
                <a:lnTo>
                  <a:pt x="14503" y="4048"/>
                </a:lnTo>
                <a:lnTo>
                  <a:pt x="14503" y="2779"/>
                </a:lnTo>
                <a:cubicBezTo>
                  <a:pt x="14503" y="2688"/>
                  <a:pt x="14614" y="2614"/>
                  <a:pt x="14750" y="2614"/>
                </a:cubicBezTo>
                <a:lnTo>
                  <a:pt x="15102" y="2614"/>
                </a:lnTo>
                <a:cubicBezTo>
                  <a:pt x="15238" y="2614"/>
                  <a:pt x="15349" y="2541"/>
                  <a:pt x="15349" y="2450"/>
                </a:cubicBezTo>
                <a:lnTo>
                  <a:pt x="15349" y="1600"/>
                </a:lnTo>
                <a:cubicBezTo>
                  <a:pt x="15349" y="1509"/>
                  <a:pt x="15238" y="1434"/>
                  <a:pt x="15102" y="1434"/>
                </a:cubicBezTo>
                <a:lnTo>
                  <a:pt x="14750" y="1434"/>
                </a:lnTo>
                <a:cubicBezTo>
                  <a:pt x="14614" y="1434"/>
                  <a:pt x="14503" y="1360"/>
                  <a:pt x="14503" y="1269"/>
                </a:cubicBezTo>
                <a:lnTo>
                  <a:pt x="14503" y="398"/>
                </a:lnTo>
                <a:cubicBezTo>
                  <a:pt x="14503" y="178"/>
                  <a:pt x="14238" y="0"/>
                  <a:pt x="13910" y="0"/>
                </a:cubicBezTo>
                <a:lnTo>
                  <a:pt x="7636" y="0"/>
                </a:lnTo>
                <a:close/>
                <a:moveTo>
                  <a:pt x="9228" y="1434"/>
                </a:moveTo>
                <a:cubicBezTo>
                  <a:pt x="9713" y="1434"/>
                  <a:pt x="10106" y="1700"/>
                  <a:pt x="10106" y="2025"/>
                </a:cubicBezTo>
                <a:cubicBezTo>
                  <a:pt x="10106" y="2350"/>
                  <a:pt x="9713" y="2614"/>
                  <a:pt x="9228" y="2614"/>
                </a:cubicBezTo>
                <a:cubicBezTo>
                  <a:pt x="8743" y="2614"/>
                  <a:pt x="8351" y="2350"/>
                  <a:pt x="8351" y="2025"/>
                </a:cubicBezTo>
                <a:cubicBezTo>
                  <a:pt x="8351" y="1700"/>
                  <a:pt x="8743" y="1434"/>
                  <a:pt x="9228" y="1434"/>
                </a:cubicBezTo>
                <a:close/>
                <a:moveTo>
                  <a:pt x="12317" y="1434"/>
                </a:moveTo>
                <a:cubicBezTo>
                  <a:pt x="12802" y="1434"/>
                  <a:pt x="13195" y="1700"/>
                  <a:pt x="13195" y="2025"/>
                </a:cubicBezTo>
                <a:cubicBezTo>
                  <a:pt x="13195" y="2350"/>
                  <a:pt x="12802" y="2614"/>
                  <a:pt x="12317" y="2614"/>
                </a:cubicBezTo>
                <a:cubicBezTo>
                  <a:pt x="11832" y="2614"/>
                  <a:pt x="11440" y="2350"/>
                  <a:pt x="11440" y="2025"/>
                </a:cubicBezTo>
                <a:cubicBezTo>
                  <a:pt x="11440" y="1700"/>
                  <a:pt x="11832" y="1434"/>
                  <a:pt x="12317" y="1434"/>
                </a:cubicBezTo>
                <a:close/>
                <a:moveTo>
                  <a:pt x="8091" y="5474"/>
                </a:moveTo>
                <a:lnTo>
                  <a:pt x="13454" y="5474"/>
                </a:lnTo>
                <a:lnTo>
                  <a:pt x="13454" y="7795"/>
                </a:lnTo>
                <a:lnTo>
                  <a:pt x="8091" y="7795"/>
                </a:lnTo>
                <a:lnTo>
                  <a:pt x="8091" y="5474"/>
                </a:lnTo>
                <a:close/>
                <a:moveTo>
                  <a:pt x="8688" y="8716"/>
                </a:moveTo>
                <a:cubicBezTo>
                  <a:pt x="9016" y="8716"/>
                  <a:pt x="9281" y="8895"/>
                  <a:pt x="9281" y="9116"/>
                </a:cubicBezTo>
                <a:cubicBezTo>
                  <a:pt x="9281" y="9336"/>
                  <a:pt x="9016" y="9514"/>
                  <a:pt x="8688" y="9514"/>
                </a:cubicBezTo>
                <a:cubicBezTo>
                  <a:pt x="8359" y="9514"/>
                  <a:pt x="8091" y="9336"/>
                  <a:pt x="8091" y="9116"/>
                </a:cubicBezTo>
                <a:cubicBezTo>
                  <a:pt x="8091" y="8895"/>
                  <a:pt x="8359" y="8716"/>
                  <a:pt x="8688" y="8716"/>
                </a:cubicBezTo>
                <a:close/>
                <a:moveTo>
                  <a:pt x="10773" y="8716"/>
                </a:moveTo>
                <a:cubicBezTo>
                  <a:pt x="11102" y="8716"/>
                  <a:pt x="11369" y="8895"/>
                  <a:pt x="11369" y="9116"/>
                </a:cubicBezTo>
                <a:cubicBezTo>
                  <a:pt x="11369" y="9336"/>
                  <a:pt x="11102" y="9514"/>
                  <a:pt x="10773" y="9514"/>
                </a:cubicBezTo>
                <a:cubicBezTo>
                  <a:pt x="10444" y="9514"/>
                  <a:pt x="10177" y="9336"/>
                  <a:pt x="10177" y="9116"/>
                </a:cubicBezTo>
                <a:cubicBezTo>
                  <a:pt x="10177" y="8895"/>
                  <a:pt x="10444" y="8716"/>
                  <a:pt x="10773" y="8716"/>
                </a:cubicBezTo>
                <a:close/>
                <a:moveTo>
                  <a:pt x="12858" y="8716"/>
                </a:moveTo>
                <a:cubicBezTo>
                  <a:pt x="13187" y="8716"/>
                  <a:pt x="13454" y="8895"/>
                  <a:pt x="13454" y="9116"/>
                </a:cubicBezTo>
                <a:cubicBezTo>
                  <a:pt x="13454" y="9336"/>
                  <a:pt x="13187" y="9514"/>
                  <a:pt x="12858" y="9514"/>
                </a:cubicBezTo>
                <a:cubicBezTo>
                  <a:pt x="12530" y="9514"/>
                  <a:pt x="12265" y="9336"/>
                  <a:pt x="12265" y="9116"/>
                </a:cubicBezTo>
                <a:cubicBezTo>
                  <a:pt x="12265" y="8895"/>
                  <a:pt x="12530" y="8716"/>
                  <a:pt x="12858" y="8716"/>
                </a:cubicBezTo>
                <a:close/>
                <a:moveTo>
                  <a:pt x="10773" y="10277"/>
                </a:moveTo>
                <a:cubicBezTo>
                  <a:pt x="11801" y="10277"/>
                  <a:pt x="12768" y="10545"/>
                  <a:pt x="13495" y="11033"/>
                </a:cubicBezTo>
                <a:lnTo>
                  <a:pt x="11917" y="12093"/>
                </a:lnTo>
                <a:cubicBezTo>
                  <a:pt x="11612" y="11888"/>
                  <a:pt x="11205" y="11774"/>
                  <a:pt x="10773" y="11774"/>
                </a:cubicBezTo>
                <a:cubicBezTo>
                  <a:pt x="10341" y="11774"/>
                  <a:pt x="9934" y="11888"/>
                  <a:pt x="9628" y="12093"/>
                </a:cubicBezTo>
                <a:lnTo>
                  <a:pt x="8051" y="11033"/>
                </a:lnTo>
                <a:cubicBezTo>
                  <a:pt x="8778" y="10545"/>
                  <a:pt x="9745" y="10277"/>
                  <a:pt x="10773" y="10277"/>
                </a:cubicBezTo>
                <a:close/>
              </a:path>
            </a:pathLst>
          </a:custGeom>
          <a:solidFill>
            <a:schemeClr val="accent2">
              <a:satOff val="-29896"/>
              <a:lumOff val="-1297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pic>
        <p:nvPicPr>
          <p:cNvPr id="359" name="Rectangle Rectangle" descr="Rectangle Rectangle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68366" y="5079417"/>
            <a:ext cx="1020675" cy="1310649"/>
          </a:xfrm>
          <a:prstGeom prst="rect">
            <a:avLst/>
          </a:prstGeom>
        </p:spPr>
      </p:pic>
      <p:sp>
        <p:nvSpPr>
          <p:cNvPr id="361" name="Robot"/>
          <p:cNvSpPr/>
          <p:nvPr/>
        </p:nvSpPr>
        <p:spPr>
          <a:xfrm>
            <a:off x="12141627" y="5219946"/>
            <a:ext cx="644901" cy="96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7636" y="0"/>
                </a:moveTo>
                <a:cubicBezTo>
                  <a:pt x="7308" y="0"/>
                  <a:pt x="7042" y="178"/>
                  <a:pt x="7042" y="398"/>
                </a:cubicBezTo>
                <a:lnTo>
                  <a:pt x="7042" y="1269"/>
                </a:lnTo>
                <a:cubicBezTo>
                  <a:pt x="7042" y="1360"/>
                  <a:pt x="6932" y="1434"/>
                  <a:pt x="6796" y="1434"/>
                </a:cubicBezTo>
                <a:lnTo>
                  <a:pt x="6444" y="1434"/>
                </a:lnTo>
                <a:cubicBezTo>
                  <a:pt x="6308" y="1434"/>
                  <a:pt x="6197" y="1509"/>
                  <a:pt x="6197" y="1600"/>
                </a:cubicBezTo>
                <a:lnTo>
                  <a:pt x="6197" y="2450"/>
                </a:lnTo>
                <a:cubicBezTo>
                  <a:pt x="6197" y="2541"/>
                  <a:pt x="6308" y="2614"/>
                  <a:pt x="6444" y="2614"/>
                </a:cubicBezTo>
                <a:lnTo>
                  <a:pt x="6796" y="2614"/>
                </a:lnTo>
                <a:cubicBezTo>
                  <a:pt x="6932" y="2614"/>
                  <a:pt x="7042" y="2688"/>
                  <a:pt x="7042" y="2779"/>
                </a:cubicBezTo>
                <a:lnTo>
                  <a:pt x="7042" y="4048"/>
                </a:lnTo>
                <a:lnTo>
                  <a:pt x="4708" y="4048"/>
                </a:lnTo>
                <a:cubicBezTo>
                  <a:pt x="4373" y="4048"/>
                  <a:pt x="4102" y="4230"/>
                  <a:pt x="4102" y="4455"/>
                </a:cubicBezTo>
                <a:lnTo>
                  <a:pt x="4102" y="5592"/>
                </a:lnTo>
                <a:lnTo>
                  <a:pt x="3470" y="5592"/>
                </a:lnTo>
                <a:lnTo>
                  <a:pt x="3470" y="5197"/>
                </a:lnTo>
                <a:cubicBezTo>
                  <a:pt x="3470" y="5006"/>
                  <a:pt x="3238" y="4850"/>
                  <a:pt x="2952" y="4850"/>
                </a:cubicBezTo>
                <a:lnTo>
                  <a:pt x="575" y="4850"/>
                </a:lnTo>
                <a:cubicBezTo>
                  <a:pt x="289" y="4850"/>
                  <a:pt x="57" y="5006"/>
                  <a:pt x="57" y="5197"/>
                </a:cubicBezTo>
                <a:lnTo>
                  <a:pt x="57" y="9364"/>
                </a:lnTo>
                <a:cubicBezTo>
                  <a:pt x="57" y="9530"/>
                  <a:pt x="233" y="9669"/>
                  <a:pt x="464" y="9703"/>
                </a:cubicBezTo>
                <a:lnTo>
                  <a:pt x="464" y="10395"/>
                </a:lnTo>
                <a:cubicBezTo>
                  <a:pt x="233" y="10429"/>
                  <a:pt x="57" y="10568"/>
                  <a:pt x="57" y="10734"/>
                </a:cubicBezTo>
                <a:lnTo>
                  <a:pt x="57" y="13326"/>
                </a:lnTo>
                <a:cubicBezTo>
                  <a:pt x="57" y="13518"/>
                  <a:pt x="290" y="13672"/>
                  <a:pt x="575" y="13672"/>
                </a:cubicBezTo>
                <a:lnTo>
                  <a:pt x="771" y="13672"/>
                </a:lnTo>
                <a:lnTo>
                  <a:pt x="117" y="14205"/>
                </a:lnTo>
                <a:cubicBezTo>
                  <a:pt x="10" y="14293"/>
                  <a:pt x="-27" y="14412"/>
                  <a:pt x="19" y="14521"/>
                </a:cubicBezTo>
                <a:lnTo>
                  <a:pt x="480" y="15614"/>
                </a:lnTo>
                <a:cubicBezTo>
                  <a:pt x="506" y="15676"/>
                  <a:pt x="590" y="15719"/>
                  <a:pt x="686" y="15719"/>
                </a:cubicBezTo>
                <a:lnTo>
                  <a:pt x="1020" y="15719"/>
                </a:lnTo>
                <a:cubicBezTo>
                  <a:pt x="1138" y="15719"/>
                  <a:pt x="1234" y="15655"/>
                  <a:pt x="1234" y="15576"/>
                </a:cubicBezTo>
                <a:lnTo>
                  <a:pt x="1234" y="14788"/>
                </a:lnTo>
                <a:cubicBezTo>
                  <a:pt x="1234" y="14591"/>
                  <a:pt x="1472" y="14431"/>
                  <a:pt x="1765" y="14431"/>
                </a:cubicBezTo>
                <a:cubicBezTo>
                  <a:pt x="2058" y="14431"/>
                  <a:pt x="2293" y="14591"/>
                  <a:pt x="2293" y="14788"/>
                </a:cubicBezTo>
                <a:lnTo>
                  <a:pt x="2293" y="15576"/>
                </a:lnTo>
                <a:cubicBezTo>
                  <a:pt x="2293" y="15655"/>
                  <a:pt x="2389" y="15719"/>
                  <a:pt x="2507" y="15719"/>
                </a:cubicBezTo>
                <a:lnTo>
                  <a:pt x="2842" y="15719"/>
                </a:lnTo>
                <a:cubicBezTo>
                  <a:pt x="2937" y="15719"/>
                  <a:pt x="3022" y="15676"/>
                  <a:pt x="3048" y="15614"/>
                </a:cubicBezTo>
                <a:lnTo>
                  <a:pt x="3508" y="14521"/>
                </a:lnTo>
                <a:cubicBezTo>
                  <a:pt x="3554" y="14412"/>
                  <a:pt x="3518" y="14293"/>
                  <a:pt x="3410" y="14205"/>
                </a:cubicBezTo>
                <a:lnTo>
                  <a:pt x="2756" y="13672"/>
                </a:lnTo>
                <a:lnTo>
                  <a:pt x="2952" y="13672"/>
                </a:lnTo>
                <a:cubicBezTo>
                  <a:pt x="3238" y="13672"/>
                  <a:pt x="3470" y="13518"/>
                  <a:pt x="3470" y="13326"/>
                </a:cubicBezTo>
                <a:lnTo>
                  <a:pt x="3470" y="10734"/>
                </a:lnTo>
                <a:cubicBezTo>
                  <a:pt x="3470" y="10568"/>
                  <a:pt x="3297" y="10429"/>
                  <a:pt x="3065" y="10395"/>
                </a:cubicBezTo>
                <a:lnTo>
                  <a:pt x="3065" y="9703"/>
                </a:lnTo>
                <a:cubicBezTo>
                  <a:pt x="3297" y="9669"/>
                  <a:pt x="3470" y="9530"/>
                  <a:pt x="3470" y="9364"/>
                </a:cubicBezTo>
                <a:lnTo>
                  <a:pt x="3470" y="7843"/>
                </a:lnTo>
                <a:lnTo>
                  <a:pt x="4102" y="7843"/>
                </a:lnTo>
                <a:lnTo>
                  <a:pt x="4102" y="13265"/>
                </a:lnTo>
                <a:cubicBezTo>
                  <a:pt x="4102" y="13490"/>
                  <a:pt x="4373" y="13672"/>
                  <a:pt x="4708" y="13672"/>
                </a:cubicBezTo>
                <a:lnTo>
                  <a:pt x="5367" y="13672"/>
                </a:lnTo>
                <a:lnTo>
                  <a:pt x="5367" y="19636"/>
                </a:lnTo>
                <a:cubicBezTo>
                  <a:pt x="5367" y="19764"/>
                  <a:pt x="5302" y="19890"/>
                  <a:pt x="5186" y="19992"/>
                </a:cubicBezTo>
                <a:lnTo>
                  <a:pt x="4326" y="20751"/>
                </a:lnTo>
                <a:cubicBezTo>
                  <a:pt x="4210" y="20853"/>
                  <a:pt x="4145" y="20979"/>
                  <a:pt x="4145" y="21107"/>
                </a:cubicBezTo>
                <a:lnTo>
                  <a:pt x="4145" y="21327"/>
                </a:lnTo>
                <a:cubicBezTo>
                  <a:pt x="4145" y="21477"/>
                  <a:pt x="4328" y="21600"/>
                  <a:pt x="4552" y="21600"/>
                </a:cubicBezTo>
                <a:lnTo>
                  <a:pt x="9040" y="21600"/>
                </a:lnTo>
                <a:cubicBezTo>
                  <a:pt x="9264" y="21600"/>
                  <a:pt x="9447" y="21477"/>
                  <a:pt x="9447" y="21327"/>
                </a:cubicBezTo>
                <a:lnTo>
                  <a:pt x="9447" y="13672"/>
                </a:lnTo>
                <a:lnTo>
                  <a:pt x="12099" y="13672"/>
                </a:lnTo>
                <a:lnTo>
                  <a:pt x="12099" y="21327"/>
                </a:lnTo>
                <a:cubicBezTo>
                  <a:pt x="12099" y="21477"/>
                  <a:pt x="12282" y="21600"/>
                  <a:pt x="12506" y="21600"/>
                </a:cubicBezTo>
                <a:lnTo>
                  <a:pt x="16994" y="21600"/>
                </a:lnTo>
                <a:cubicBezTo>
                  <a:pt x="17218" y="21600"/>
                  <a:pt x="17399" y="21477"/>
                  <a:pt x="17399" y="21327"/>
                </a:cubicBezTo>
                <a:lnTo>
                  <a:pt x="17399" y="21107"/>
                </a:lnTo>
                <a:cubicBezTo>
                  <a:pt x="17399" y="20979"/>
                  <a:pt x="17336" y="20853"/>
                  <a:pt x="17220" y="20751"/>
                </a:cubicBezTo>
                <a:lnTo>
                  <a:pt x="16357" y="19992"/>
                </a:lnTo>
                <a:cubicBezTo>
                  <a:pt x="16241" y="19890"/>
                  <a:pt x="16179" y="19764"/>
                  <a:pt x="16179" y="19636"/>
                </a:cubicBezTo>
                <a:lnTo>
                  <a:pt x="16179" y="13672"/>
                </a:lnTo>
                <a:lnTo>
                  <a:pt x="16838" y="13672"/>
                </a:lnTo>
                <a:cubicBezTo>
                  <a:pt x="17173" y="13672"/>
                  <a:pt x="17444" y="13490"/>
                  <a:pt x="17444" y="13265"/>
                </a:cubicBezTo>
                <a:lnTo>
                  <a:pt x="17444" y="7843"/>
                </a:lnTo>
                <a:lnTo>
                  <a:pt x="18075" y="7843"/>
                </a:lnTo>
                <a:lnTo>
                  <a:pt x="18075" y="9364"/>
                </a:lnTo>
                <a:cubicBezTo>
                  <a:pt x="18075" y="9530"/>
                  <a:pt x="18249" y="9669"/>
                  <a:pt x="18480" y="9703"/>
                </a:cubicBezTo>
                <a:lnTo>
                  <a:pt x="18480" y="10395"/>
                </a:lnTo>
                <a:cubicBezTo>
                  <a:pt x="18249" y="10429"/>
                  <a:pt x="18075" y="10568"/>
                  <a:pt x="18075" y="10734"/>
                </a:cubicBezTo>
                <a:lnTo>
                  <a:pt x="18075" y="13326"/>
                </a:lnTo>
                <a:cubicBezTo>
                  <a:pt x="18075" y="13518"/>
                  <a:pt x="18308" y="13672"/>
                  <a:pt x="18594" y="13672"/>
                </a:cubicBezTo>
                <a:lnTo>
                  <a:pt x="18790" y="13672"/>
                </a:lnTo>
                <a:lnTo>
                  <a:pt x="18136" y="14205"/>
                </a:lnTo>
                <a:cubicBezTo>
                  <a:pt x="18028" y="14293"/>
                  <a:pt x="17991" y="14412"/>
                  <a:pt x="18038" y="14521"/>
                </a:cubicBezTo>
                <a:lnTo>
                  <a:pt x="18498" y="15614"/>
                </a:lnTo>
                <a:cubicBezTo>
                  <a:pt x="18524" y="15676"/>
                  <a:pt x="18609" y="15719"/>
                  <a:pt x="18704" y="15719"/>
                </a:cubicBezTo>
                <a:lnTo>
                  <a:pt x="19039" y="15719"/>
                </a:lnTo>
                <a:cubicBezTo>
                  <a:pt x="19157" y="15719"/>
                  <a:pt x="19250" y="15655"/>
                  <a:pt x="19250" y="15576"/>
                </a:cubicBezTo>
                <a:lnTo>
                  <a:pt x="19250" y="14788"/>
                </a:lnTo>
                <a:cubicBezTo>
                  <a:pt x="19250" y="14591"/>
                  <a:pt x="19488" y="14431"/>
                  <a:pt x="19781" y="14431"/>
                </a:cubicBezTo>
                <a:cubicBezTo>
                  <a:pt x="20074" y="14431"/>
                  <a:pt x="20312" y="14591"/>
                  <a:pt x="20312" y="14788"/>
                </a:cubicBezTo>
                <a:lnTo>
                  <a:pt x="20312" y="15576"/>
                </a:lnTo>
                <a:cubicBezTo>
                  <a:pt x="20312" y="15655"/>
                  <a:pt x="20408" y="15719"/>
                  <a:pt x="20525" y="15719"/>
                </a:cubicBezTo>
                <a:lnTo>
                  <a:pt x="20860" y="15719"/>
                </a:lnTo>
                <a:cubicBezTo>
                  <a:pt x="20955" y="15719"/>
                  <a:pt x="21038" y="15676"/>
                  <a:pt x="21064" y="15614"/>
                </a:cubicBezTo>
                <a:lnTo>
                  <a:pt x="21527" y="14521"/>
                </a:lnTo>
                <a:cubicBezTo>
                  <a:pt x="21573" y="14412"/>
                  <a:pt x="21536" y="14293"/>
                  <a:pt x="21429" y="14205"/>
                </a:cubicBezTo>
                <a:lnTo>
                  <a:pt x="20775" y="13672"/>
                </a:lnTo>
                <a:lnTo>
                  <a:pt x="20971" y="13672"/>
                </a:lnTo>
                <a:cubicBezTo>
                  <a:pt x="21256" y="13672"/>
                  <a:pt x="21489" y="13518"/>
                  <a:pt x="21489" y="13326"/>
                </a:cubicBezTo>
                <a:lnTo>
                  <a:pt x="21489" y="10734"/>
                </a:lnTo>
                <a:cubicBezTo>
                  <a:pt x="21489" y="10568"/>
                  <a:pt x="21313" y="10429"/>
                  <a:pt x="21081" y="10395"/>
                </a:cubicBezTo>
                <a:lnTo>
                  <a:pt x="21081" y="9703"/>
                </a:lnTo>
                <a:cubicBezTo>
                  <a:pt x="21313" y="9669"/>
                  <a:pt x="21489" y="9530"/>
                  <a:pt x="21489" y="9364"/>
                </a:cubicBezTo>
                <a:lnTo>
                  <a:pt x="21489" y="5197"/>
                </a:lnTo>
                <a:cubicBezTo>
                  <a:pt x="21489" y="5006"/>
                  <a:pt x="21256" y="4850"/>
                  <a:pt x="20971" y="4850"/>
                </a:cubicBezTo>
                <a:lnTo>
                  <a:pt x="18594" y="4850"/>
                </a:lnTo>
                <a:cubicBezTo>
                  <a:pt x="18308" y="4850"/>
                  <a:pt x="18075" y="5006"/>
                  <a:pt x="18075" y="5197"/>
                </a:cubicBezTo>
                <a:lnTo>
                  <a:pt x="18075" y="5592"/>
                </a:lnTo>
                <a:lnTo>
                  <a:pt x="17444" y="5592"/>
                </a:lnTo>
                <a:lnTo>
                  <a:pt x="17444" y="4455"/>
                </a:lnTo>
                <a:cubicBezTo>
                  <a:pt x="17444" y="4230"/>
                  <a:pt x="17173" y="4048"/>
                  <a:pt x="16838" y="4048"/>
                </a:cubicBezTo>
                <a:lnTo>
                  <a:pt x="14503" y="4048"/>
                </a:lnTo>
                <a:lnTo>
                  <a:pt x="14503" y="2779"/>
                </a:lnTo>
                <a:cubicBezTo>
                  <a:pt x="14503" y="2688"/>
                  <a:pt x="14614" y="2614"/>
                  <a:pt x="14750" y="2614"/>
                </a:cubicBezTo>
                <a:lnTo>
                  <a:pt x="15102" y="2614"/>
                </a:lnTo>
                <a:cubicBezTo>
                  <a:pt x="15238" y="2614"/>
                  <a:pt x="15349" y="2541"/>
                  <a:pt x="15349" y="2450"/>
                </a:cubicBezTo>
                <a:lnTo>
                  <a:pt x="15349" y="1600"/>
                </a:lnTo>
                <a:cubicBezTo>
                  <a:pt x="15349" y="1509"/>
                  <a:pt x="15238" y="1434"/>
                  <a:pt x="15102" y="1434"/>
                </a:cubicBezTo>
                <a:lnTo>
                  <a:pt x="14750" y="1434"/>
                </a:lnTo>
                <a:cubicBezTo>
                  <a:pt x="14614" y="1434"/>
                  <a:pt x="14503" y="1360"/>
                  <a:pt x="14503" y="1269"/>
                </a:cubicBezTo>
                <a:lnTo>
                  <a:pt x="14503" y="398"/>
                </a:lnTo>
                <a:cubicBezTo>
                  <a:pt x="14503" y="178"/>
                  <a:pt x="14238" y="0"/>
                  <a:pt x="13910" y="0"/>
                </a:cubicBezTo>
                <a:lnTo>
                  <a:pt x="7636" y="0"/>
                </a:lnTo>
                <a:close/>
                <a:moveTo>
                  <a:pt x="9228" y="1434"/>
                </a:moveTo>
                <a:cubicBezTo>
                  <a:pt x="9713" y="1434"/>
                  <a:pt x="10106" y="1700"/>
                  <a:pt x="10106" y="2025"/>
                </a:cubicBezTo>
                <a:cubicBezTo>
                  <a:pt x="10106" y="2350"/>
                  <a:pt x="9713" y="2614"/>
                  <a:pt x="9228" y="2614"/>
                </a:cubicBezTo>
                <a:cubicBezTo>
                  <a:pt x="8743" y="2614"/>
                  <a:pt x="8351" y="2350"/>
                  <a:pt x="8351" y="2025"/>
                </a:cubicBezTo>
                <a:cubicBezTo>
                  <a:pt x="8351" y="1700"/>
                  <a:pt x="8743" y="1434"/>
                  <a:pt x="9228" y="1434"/>
                </a:cubicBezTo>
                <a:close/>
                <a:moveTo>
                  <a:pt x="12317" y="1434"/>
                </a:moveTo>
                <a:cubicBezTo>
                  <a:pt x="12802" y="1434"/>
                  <a:pt x="13195" y="1700"/>
                  <a:pt x="13195" y="2025"/>
                </a:cubicBezTo>
                <a:cubicBezTo>
                  <a:pt x="13195" y="2350"/>
                  <a:pt x="12802" y="2614"/>
                  <a:pt x="12317" y="2614"/>
                </a:cubicBezTo>
                <a:cubicBezTo>
                  <a:pt x="11832" y="2614"/>
                  <a:pt x="11440" y="2350"/>
                  <a:pt x="11440" y="2025"/>
                </a:cubicBezTo>
                <a:cubicBezTo>
                  <a:pt x="11440" y="1700"/>
                  <a:pt x="11832" y="1434"/>
                  <a:pt x="12317" y="1434"/>
                </a:cubicBezTo>
                <a:close/>
                <a:moveTo>
                  <a:pt x="8091" y="5474"/>
                </a:moveTo>
                <a:lnTo>
                  <a:pt x="13454" y="5474"/>
                </a:lnTo>
                <a:lnTo>
                  <a:pt x="13454" y="7795"/>
                </a:lnTo>
                <a:lnTo>
                  <a:pt x="8091" y="7795"/>
                </a:lnTo>
                <a:lnTo>
                  <a:pt x="8091" y="5474"/>
                </a:lnTo>
                <a:close/>
                <a:moveTo>
                  <a:pt x="8688" y="8716"/>
                </a:moveTo>
                <a:cubicBezTo>
                  <a:pt x="9016" y="8716"/>
                  <a:pt x="9281" y="8895"/>
                  <a:pt x="9281" y="9116"/>
                </a:cubicBezTo>
                <a:cubicBezTo>
                  <a:pt x="9281" y="9336"/>
                  <a:pt x="9016" y="9514"/>
                  <a:pt x="8688" y="9514"/>
                </a:cubicBezTo>
                <a:cubicBezTo>
                  <a:pt x="8359" y="9514"/>
                  <a:pt x="8091" y="9336"/>
                  <a:pt x="8091" y="9116"/>
                </a:cubicBezTo>
                <a:cubicBezTo>
                  <a:pt x="8091" y="8895"/>
                  <a:pt x="8359" y="8716"/>
                  <a:pt x="8688" y="8716"/>
                </a:cubicBezTo>
                <a:close/>
                <a:moveTo>
                  <a:pt x="10773" y="8716"/>
                </a:moveTo>
                <a:cubicBezTo>
                  <a:pt x="11102" y="8716"/>
                  <a:pt x="11369" y="8895"/>
                  <a:pt x="11369" y="9116"/>
                </a:cubicBezTo>
                <a:cubicBezTo>
                  <a:pt x="11369" y="9336"/>
                  <a:pt x="11102" y="9514"/>
                  <a:pt x="10773" y="9514"/>
                </a:cubicBezTo>
                <a:cubicBezTo>
                  <a:pt x="10444" y="9514"/>
                  <a:pt x="10177" y="9336"/>
                  <a:pt x="10177" y="9116"/>
                </a:cubicBezTo>
                <a:cubicBezTo>
                  <a:pt x="10177" y="8895"/>
                  <a:pt x="10444" y="8716"/>
                  <a:pt x="10773" y="8716"/>
                </a:cubicBezTo>
                <a:close/>
                <a:moveTo>
                  <a:pt x="12858" y="8716"/>
                </a:moveTo>
                <a:cubicBezTo>
                  <a:pt x="13187" y="8716"/>
                  <a:pt x="13454" y="8895"/>
                  <a:pt x="13454" y="9116"/>
                </a:cubicBezTo>
                <a:cubicBezTo>
                  <a:pt x="13454" y="9336"/>
                  <a:pt x="13187" y="9514"/>
                  <a:pt x="12858" y="9514"/>
                </a:cubicBezTo>
                <a:cubicBezTo>
                  <a:pt x="12530" y="9514"/>
                  <a:pt x="12265" y="9336"/>
                  <a:pt x="12265" y="9116"/>
                </a:cubicBezTo>
                <a:cubicBezTo>
                  <a:pt x="12265" y="8895"/>
                  <a:pt x="12530" y="8716"/>
                  <a:pt x="12858" y="8716"/>
                </a:cubicBezTo>
                <a:close/>
                <a:moveTo>
                  <a:pt x="10773" y="10277"/>
                </a:moveTo>
                <a:cubicBezTo>
                  <a:pt x="11801" y="10277"/>
                  <a:pt x="12768" y="10545"/>
                  <a:pt x="13495" y="11033"/>
                </a:cubicBezTo>
                <a:lnTo>
                  <a:pt x="11917" y="12093"/>
                </a:lnTo>
                <a:cubicBezTo>
                  <a:pt x="11612" y="11888"/>
                  <a:pt x="11205" y="11774"/>
                  <a:pt x="10773" y="11774"/>
                </a:cubicBezTo>
                <a:cubicBezTo>
                  <a:pt x="10341" y="11774"/>
                  <a:pt x="9934" y="11888"/>
                  <a:pt x="9628" y="12093"/>
                </a:cubicBezTo>
                <a:lnTo>
                  <a:pt x="8051" y="11033"/>
                </a:lnTo>
                <a:cubicBezTo>
                  <a:pt x="8778" y="10545"/>
                  <a:pt x="9745" y="10277"/>
                  <a:pt x="10773" y="10277"/>
                </a:cubicBezTo>
                <a:close/>
              </a:path>
            </a:pathLst>
          </a:custGeom>
          <a:solidFill>
            <a:schemeClr val="accent2">
              <a:satOff val="-29896"/>
              <a:lumOff val="-1297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sp>
        <p:nvSpPr>
          <p:cNvPr id="362" name="File Storage Agent"/>
          <p:cNvSpPr txBox="1"/>
          <p:nvPr/>
        </p:nvSpPr>
        <p:spPr>
          <a:xfrm>
            <a:off x="10659257" y="6337930"/>
            <a:ext cx="239776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File Storage Agent</a:t>
            </a:r>
          </a:p>
        </p:txBody>
      </p:sp>
      <p:sp>
        <p:nvSpPr>
          <p:cNvPr id="363" name="File Retriever Agent"/>
          <p:cNvSpPr txBox="1"/>
          <p:nvPr/>
        </p:nvSpPr>
        <p:spPr>
          <a:xfrm>
            <a:off x="10521565" y="8541443"/>
            <a:ext cx="2569719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File Retriever Agent</a:t>
            </a:r>
          </a:p>
        </p:txBody>
      </p:sp>
      <p:pic>
        <p:nvPicPr>
          <p:cNvPr id="364" name="Rectangle Rectangle" descr="Rectangle Rectangle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50485" y="6195883"/>
            <a:ext cx="1020675" cy="1310649"/>
          </a:xfrm>
          <a:prstGeom prst="rect">
            <a:avLst/>
          </a:prstGeom>
        </p:spPr>
      </p:pic>
      <p:sp>
        <p:nvSpPr>
          <p:cNvPr id="366" name="Robot"/>
          <p:cNvSpPr/>
          <p:nvPr/>
        </p:nvSpPr>
        <p:spPr>
          <a:xfrm>
            <a:off x="16823746" y="6336412"/>
            <a:ext cx="644901" cy="96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7636" y="0"/>
                </a:moveTo>
                <a:cubicBezTo>
                  <a:pt x="7308" y="0"/>
                  <a:pt x="7042" y="178"/>
                  <a:pt x="7042" y="398"/>
                </a:cubicBezTo>
                <a:lnTo>
                  <a:pt x="7042" y="1269"/>
                </a:lnTo>
                <a:cubicBezTo>
                  <a:pt x="7042" y="1360"/>
                  <a:pt x="6932" y="1434"/>
                  <a:pt x="6796" y="1434"/>
                </a:cubicBezTo>
                <a:lnTo>
                  <a:pt x="6444" y="1434"/>
                </a:lnTo>
                <a:cubicBezTo>
                  <a:pt x="6308" y="1434"/>
                  <a:pt x="6197" y="1509"/>
                  <a:pt x="6197" y="1600"/>
                </a:cubicBezTo>
                <a:lnTo>
                  <a:pt x="6197" y="2450"/>
                </a:lnTo>
                <a:cubicBezTo>
                  <a:pt x="6197" y="2541"/>
                  <a:pt x="6308" y="2614"/>
                  <a:pt x="6444" y="2614"/>
                </a:cubicBezTo>
                <a:lnTo>
                  <a:pt x="6796" y="2614"/>
                </a:lnTo>
                <a:cubicBezTo>
                  <a:pt x="6932" y="2614"/>
                  <a:pt x="7042" y="2688"/>
                  <a:pt x="7042" y="2779"/>
                </a:cubicBezTo>
                <a:lnTo>
                  <a:pt x="7042" y="4048"/>
                </a:lnTo>
                <a:lnTo>
                  <a:pt x="4708" y="4048"/>
                </a:lnTo>
                <a:cubicBezTo>
                  <a:pt x="4373" y="4048"/>
                  <a:pt x="4102" y="4230"/>
                  <a:pt x="4102" y="4455"/>
                </a:cubicBezTo>
                <a:lnTo>
                  <a:pt x="4102" y="5592"/>
                </a:lnTo>
                <a:lnTo>
                  <a:pt x="3470" y="5592"/>
                </a:lnTo>
                <a:lnTo>
                  <a:pt x="3470" y="5197"/>
                </a:lnTo>
                <a:cubicBezTo>
                  <a:pt x="3470" y="5006"/>
                  <a:pt x="3238" y="4850"/>
                  <a:pt x="2952" y="4850"/>
                </a:cubicBezTo>
                <a:lnTo>
                  <a:pt x="575" y="4850"/>
                </a:lnTo>
                <a:cubicBezTo>
                  <a:pt x="289" y="4850"/>
                  <a:pt x="57" y="5006"/>
                  <a:pt x="57" y="5197"/>
                </a:cubicBezTo>
                <a:lnTo>
                  <a:pt x="57" y="9364"/>
                </a:lnTo>
                <a:cubicBezTo>
                  <a:pt x="57" y="9530"/>
                  <a:pt x="233" y="9669"/>
                  <a:pt x="464" y="9703"/>
                </a:cubicBezTo>
                <a:lnTo>
                  <a:pt x="464" y="10395"/>
                </a:lnTo>
                <a:cubicBezTo>
                  <a:pt x="233" y="10429"/>
                  <a:pt x="57" y="10568"/>
                  <a:pt x="57" y="10734"/>
                </a:cubicBezTo>
                <a:lnTo>
                  <a:pt x="57" y="13326"/>
                </a:lnTo>
                <a:cubicBezTo>
                  <a:pt x="57" y="13518"/>
                  <a:pt x="290" y="13672"/>
                  <a:pt x="575" y="13672"/>
                </a:cubicBezTo>
                <a:lnTo>
                  <a:pt x="771" y="13672"/>
                </a:lnTo>
                <a:lnTo>
                  <a:pt x="117" y="14205"/>
                </a:lnTo>
                <a:cubicBezTo>
                  <a:pt x="10" y="14293"/>
                  <a:pt x="-27" y="14412"/>
                  <a:pt x="19" y="14521"/>
                </a:cubicBezTo>
                <a:lnTo>
                  <a:pt x="480" y="15614"/>
                </a:lnTo>
                <a:cubicBezTo>
                  <a:pt x="506" y="15676"/>
                  <a:pt x="590" y="15719"/>
                  <a:pt x="686" y="15719"/>
                </a:cubicBezTo>
                <a:lnTo>
                  <a:pt x="1020" y="15719"/>
                </a:lnTo>
                <a:cubicBezTo>
                  <a:pt x="1138" y="15719"/>
                  <a:pt x="1234" y="15655"/>
                  <a:pt x="1234" y="15576"/>
                </a:cubicBezTo>
                <a:lnTo>
                  <a:pt x="1234" y="14788"/>
                </a:lnTo>
                <a:cubicBezTo>
                  <a:pt x="1234" y="14591"/>
                  <a:pt x="1472" y="14431"/>
                  <a:pt x="1765" y="14431"/>
                </a:cubicBezTo>
                <a:cubicBezTo>
                  <a:pt x="2058" y="14431"/>
                  <a:pt x="2293" y="14591"/>
                  <a:pt x="2293" y="14788"/>
                </a:cubicBezTo>
                <a:lnTo>
                  <a:pt x="2293" y="15576"/>
                </a:lnTo>
                <a:cubicBezTo>
                  <a:pt x="2293" y="15655"/>
                  <a:pt x="2389" y="15719"/>
                  <a:pt x="2507" y="15719"/>
                </a:cubicBezTo>
                <a:lnTo>
                  <a:pt x="2842" y="15719"/>
                </a:lnTo>
                <a:cubicBezTo>
                  <a:pt x="2937" y="15719"/>
                  <a:pt x="3022" y="15676"/>
                  <a:pt x="3048" y="15614"/>
                </a:cubicBezTo>
                <a:lnTo>
                  <a:pt x="3508" y="14521"/>
                </a:lnTo>
                <a:cubicBezTo>
                  <a:pt x="3554" y="14412"/>
                  <a:pt x="3518" y="14293"/>
                  <a:pt x="3410" y="14205"/>
                </a:cubicBezTo>
                <a:lnTo>
                  <a:pt x="2756" y="13672"/>
                </a:lnTo>
                <a:lnTo>
                  <a:pt x="2952" y="13672"/>
                </a:lnTo>
                <a:cubicBezTo>
                  <a:pt x="3238" y="13672"/>
                  <a:pt x="3470" y="13518"/>
                  <a:pt x="3470" y="13326"/>
                </a:cubicBezTo>
                <a:lnTo>
                  <a:pt x="3470" y="10734"/>
                </a:lnTo>
                <a:cubicBezTo>
                  <a:pt x="3470" y="10568"/>
                  <a:pt x="3297" y="10429"/>
                  <a:pt x="3065" y="10395"/>
                </a:cubicBezTo>
                <a:lnTo>
                  <a:pt x="3065" y="9703"/>
                </a:lnTo>
                <a:cubicBezTo>
                  <a:pt x="3297" y="9669"/>
                  <a:pt x="3470" y="9530"/>
                  <a:pt x="3470" y="9364"/>
                </a:cubicBezTo>
                <a:lnTo>
                  <a:pt x="3470" y="7843"/>
                </a:lnTo>
                <a:lnTo>
                  <a:pt x="4102" y="7843"/>
                </a:lnTo>
                <a:lnTo>
                  <a:pt x="4102" y="13265"/>
                </a:lnTo>
                <a:cubicBezTo>
                  <a:pt x="4102" y="13490"/>
                  <a:pt x="4373" y="13672"/>
                  <a:pt x="4708" y="13672"/>
                </a:cubicBezTo>
                <a:lnTo>
                  <a:pt x="5367" y="13672"/>
                </a:lnTo>
                <a:lnTo>
                  <a:pt x="5367" y="19636"/>
                </a:lnTo>
                <a:cubicBezTo>
                  <a:pt x="5367" y="19764"/>
                  <a:pt x="5302" y="19890"/>
                  <a:pt x="5186" y="19992"/>
                </a:cubicBezTo>
                <a:lnTo>
                  <a:pt x="4326" y="20751"/>
                </a:lnTo>
                <a:cubicBezTo>
                  <a:pt x="4210" y="20853"/>
                  <a:pt x="4145" y="20979"/>
                  <a:pt x="4145" y="21107"/>
                </a:cubicBezTo>
                <a:lnTo>
                  <a:pt x="4145" y="21327"/>
                </a:lnTo>
                <a:cubicBezTo>
                  <a:pt x="4145" y="21477"/>
                  <a:pt x="4328" y="21600"/>
                  <a:pt x="4552" y="21600"/>
                </a:cubicBezTo>
                <a:lnTo>
                  <a:pt x="9040" y="21600"/>
                </a:lnTo>
                <a:cubicBezTo>
                  <a:pt x="9264" y="21600"/>
                  <a:pt x="9447" y="21477"/>
                  <a:pt x="9447" y="21327"/>
                </a:cubicBezTo>
                <a:lnTo>
                  <a:pt x="9447" y="13672"/>
                </a:lnTo>
                <a:lnTo>
                  <a:pt x="12099" y="13672"/>
                </a:lnTo>
                <a:lnTo>
                  <a:pt x="12099" y="21327"/>
                </a:lnTo>
                <a:cubicBezTo>
                  <a:pt x="12099" y="21477"/>
                  <a:pt x="12282" y="21600"/>
                  <a:pt x="12506" y="21600"/>
                </a:cubicBezTo>
                <a:lnTo>
                  <a:pt x="16994" y="21600"/>
                </a:lnTo>
                <a:cubicBezTo>
                  <a:pt x="17218" y="21600"/>
                  <a:pt x="17399" y="21477"/>
                  <a:pt x="17399" y="21327"/>
                </a:cubicBezTo>
                <a:lnTo>
                  <a:pt x="17399" y="21107"/>
                </a:lnTo>
                <a:cubicBezTo>
                  <a:pt x="17399" y="20979"/>
                  <a:pt x="17336" y="20853"/>
                  <a:pt x="17220" y="20751"/>
                </a:cubicBezTo>
                <a:lnTo>
                  <a:pt x="16357" y="19992"/>
                </a:lnTo>
                <a:cubicBezTo>
                  <a:pt x="16241" y="19890"/>
                  <a:pt x="16179" y="19764"/>
                  <a:pt x="16179" y="19636"/>
                </a:cubicBezTo>
                <a:lnTo>
                  <a:pt x="16179" y="13672"/>
                </a:lnTo>
                <a:lnTo>
                  <a:pt x="16838" y="13672"/>
                </a:lnTo>
                <a:cubicBezTo>
                  <a:pt x="17173" y="13672"/>
                  <a:pt x="17444" y="13490"/>
                  <a:pt x="17444" y="13265"/>
                </a:cubicBezTo>
                <a:lnTo>
                  <a:pt x="17444" y="7843"/>
                </a:lnTo>
                <a:lnTo>
                  <a:pt x="18075" y="7843"/>
                </a:lnTo>
                <a:lnTo>
                  <a:pt x="18075" y="9364"/>
                </a:lnTo>
                <a:cubicBezTo>
                  <a:pt x="18075" y="9530"/>
                  <a:pt x="18249" y="9669"/>
                  <a:pt x="18480" y="9703"/>
                </a:cubicBezTo>
                <a:lnTo>
                  <a:pt x="18480" y="10395"/>
                </a:lnTo>
                <a:cubicBezTo>
                  <a:pt x="18249" y="10429"/>
                  <a:pt x="18075" y="10568"/>
                  <a:pt x="18075" y="10734"/>
                </a:cubicBezTo>
                <a:lnTo>
                  <a:pt x="18075" y="13326"/>
                </a:lnTo>
                <a:cubicBezTo>
                  <a:pt x="18075" y="13518"/>
                  <a:pt x="18308" y="13672"/>
                  <a:pt x="18594" y="13672"/>
                </a:cubicBezTo>
                <a:lnTo>
                  <a:pt x="18790" y="13672"/>
                </a:lnTo>
                <a:lnTo>
                  <a:pt x="18136" y="14205"/>
                </a:lnTo>
                <a:cubicBezTo>
                  <a:pt x="18028" y="14293"/>
                  <a:pt x="17991" y="14412"/>
                  <a:pt x="18038" y="14521"/>
                </a:cubicBezTo>
                <a:lnTo>
                  <a:pt x="18498" y="15614"/>
                </a:lnTo>
                <a:cubicBezTo>
                  <a:pt x="18524" y="15676"/>
                  <a:pt x="18609" y="15719"/>
                  <a:pt x="18704" y="15719"/>
                </a:cubicBezTo>
                <a:lnTo>
                  <a:pt x="19039" y="15719"/>
                </a:lnTo>
                <a:cubicBezTo>
                  <a:pt x="19157" y="15719"/>
                  <a:pt x="19250" y="15655"/>
                  <a:pt x="19250" y="15576"/>
                </a:cubicBezTo>
                <a:lnTo>
                  <a:pt x="19250" y="14788"/>
                </a:lnTo>
                <a:cubicBezTo>
                  <a:pt x="19250" y="14591"/>
                  <a:pt x="19488" y="14431"/>
                  <a:pt x="19781" y="14431"/>
                </a:cubicBezTo>
                <a:cubicBezTo>
                  <a:pt x="20074" y="14431"/>
                  <a:pt x="20312" y="14591"/>
                  <a:pt x="20312" y="14788"/>
                </a:cubicBezTo>
                <a:lnTo>
                  <a:pt x="20312" y="15576"/>
                </a:lnTo>
                <a:cubicBezTo>
                  <a:pt x="20312" y="15655"/>
                  <a:pt x="20408" y="15719"/>
                  <a:pt x="20525" y="15719"/>
                </a:cubicBezTo>
                <a:lnTo>
                  <a:pt x="20860" y="15719"/>
                </a:lnTo>
                <a:cubicBezTo>
                  <a:pt x="20955" y="15719"/>
                  <a:pt x="21038" y="15676"/>
                  <a:pt x="21064" y="15614"/>
                </a:cubicBezTo>
                <a:lnTo>
                  <a:pt x="21527" y="14521"/>
                </a:lnTo>
                <a:cubicBezTo>
                  <a:pt x="21573" y="14412"/>
                  <a:pt x="21536" y="14293"/>
                  <a:pt x="21429" y="14205"/>
                </a:cubicBezTo>
                <a:lnTo>
                  <a:pt x="20775" y="13672"/>
                </a:lnTo>
                <a:lnTo>
                  <a:pt x="20971" y="13672"/>
                </a:lnTo>
                <a:cubicBezTo>
                  <a:pt x="21256" y="13672"/>
                  <a:pt x="21489" y="13518"/>
                  <a:pt x="21489" y="13326"/>
                </a:cubicBezTo>
                <a:lnTo>
                  <a:pt x="21489" y="10734"/>
                </a:lnTo>
                <a:cubicBezTo>
                  <a:pt x="21489" y="10568"/>
                  <a:pt x="21313" y="10429"/>
                  <a:pt x="21081" y="10395"/>
                </a:cubicBezTo>
                <a:lnTo>
                  <a:pt x="21081" y="9703"/>
                </a:lnTo>
                <a:cubicBezTo>
                  <a:pt x="21313" y="9669"/>
                  <a:pt x="21489" y="9530"/>
                  <a:pt x="21489" y="9364"/>
                </a:cubicBezTo>
                <a:lnTo>
                  <a:pt x="21489" y="5197"/>
                </a:lnTo>
                <a:cubicBezTo>
                  <a:pt x="21489" y="5006"/>
                  <a:pt x="21256" y="4850"/>
                  <a:pt x="20971" y="4850"/>
                </a:cubicBezTo>
                <a:lnTo>
                  <a:pt x="18594" y="4850"/>
                </a:lnTo>
                <a:cubicBezTo>
                  <a:pt x="18308" y="4850"/>
                  <a:pt x="18075" y="5006"/>
                  <a:pt x="18075" y="5197"/>
                </a:cubicBezTo>
                <a:lnTo>
                  <a:pt x="18075" y="5592"/>
                </a:lnTo>
                <a:lnTo>
                  <a:pt x="17444" y="5592"/>
                </a:lnTo>
                <a:lnTo>
                  <a:pt x="17444" y="4455"/>
                </a:lnTo>
                <a:cubicBezTo>
                  <a:pt x="17444" y="4230"/>
                  <a:pt x="17173" y="4048"/>
                  <a:pt x="16838" y="4048"/>
                </a:cubicBezTo>
                <a:lnTo>
                  <a:pt x="14503" y="4048"/>
                </a:lnTo>
                <a:lnTo>
                  <a:pt x="14503" y="2779"/>
                </a:lnTo>
                <a:cubicBezTo>
                  <a:pt x="14503" y="2688"/>
                  <a:pt x="14614" y="2614"/>
                  <a:pt x="14750" y="2614"/>
                </a:cubicBezTo>
                <a:lnTo>
                  <a:pt x="15102" y="2614"/>
                </a:lnTo>
                <a:cubicBezTo>
                  <a:pt x="15238" y="2614"/>
                  <a:pt x="15349" y="2541"/>
                  <a:pt x="15349" y="2450"/>
                </a:cubicBezTo>
                <a:lnTo>
                  <a:pt x="15349" y="1600"/>
                </a:lnTo>
                <a:cubicBezTo>
                  <a:pt x="15349" y="1509"/>
                  <a:pt x="15238" y="1434"/>
                  <a:pt x="15102" y="1434"/>
                </a:cubicBezTo>
                <a:lnTo>
                  <a:pt x="14750" y="1434"/>
                </a:lnTo>
                <a:cubicBezTo>
                  <a:pt x="14614" y="1434"/>
                  <a:pt x="14503" y="1360"/>
                  <a:pt x="14503" y="1269"/>
                </a:cubicBezTo>
                <a:lnTo>
                  <a:pt x="14503" y="398"/>
                </a:lnTo>
                <a:cubicBezTo>
                  <a:pt x="14503" y="178"/>
                  <a:pt x="14238" y="0"/>
                  <a:pt x="13910" y="0"/>
                </a:cubicBezTo>
                <a:lnTo>
                  <a:pt x="7636" y="0"/>
                </a:lnTo>
                <a:close/>
                <a:moveTo>
                  <a:pt x="9228" y="1434"/>
                </a:moveTo>
                <a:cubicBezTo>
                  <a:pt x="9713" y="1434"/>
                  <a:pt x="10106" y="1700"/>
                  <a:pt x="10106" y="2025"/>
                </a:cubicBezTo>
                <a:cubicBezTo>
                  <a:pt x="10106" y="2350"/>
                  <a:pt x="9713" y="2614"/>
                  <a:pt x="9228" y="2614"/>
                </a:cubicBezTo>
                <a:cubicBezTo>
                  <a:pt x="8743" y="2614"/>
                  <a:pt x="8351" y="2350"/>
                  <a:pt x="8351" y="2025"/>
                </a:cubicBezTo>
                <a:cubicBezTo>
                  <a:pt x="8351" y="1700"/>
                  <a:pt x="8743" y="1434"/>
                  <a:pt x="9228" y="1434"/>
                </a:cubicBezTo>
                <a:close/>
                <a:moveTo>
                  <a:pt x="12317" y="1434"/>
                </a:moveTo>
                <a:cubicBezTo>
                  <a:pt x="12802" y="1434"/>
                  <a:pt x="13195" y="1700"/>
                  <a:pt x="13195" y="2025"/>
                </a:cubicBezTo>
                <a:cubicBezTo>
                  <a:pt x="13195" y="2350"/>
                  <a:pt x="12802" y="2614"/>
                  <a:pt x="12317" y="2614"/>
                </a:cubicBezTo>
                <a:cubicBezTo>
                  <a:pt x="11832" y="2614"/>
                  <a:pt x="11440" y="2350"/>
                  <a:pt x="11440" y="2025"/>
                </a:cubicBezTo>
                <a:cubicBezTo>
                  <a:pt x="11440" y="1700"/>
                  <a:pt x="11832" y="1434"/>
                  <a:pt x="12317" y="1434"/>
                </a:cubicBezTo>
                <a:close/>
                <a:moveTo>
                  <a:pt x="8091" y="5474"/>
                </a:moveTo>
                <a:lnTo>
                  <a:pt x="13454" y="5474"/>
                </a:lnTo>
                <a:lnTo>
                  <a:pt x="13454" y="7795"/>
                </a:lnTo>
                <a:lnTo>
                  <a:pt x="8091" y="7795"/>
                </a:lnTo>
                <a:lnTo>
                  <a:pt x="8091" y="5474"/>
                </a:lnTo>
                <a:close/>
                <a:moveTo>
                  <a:pt x="8688" y="8716"/>
                </a:moveTo>
                <a:cubicBezTo>
                  <a:pt x="9016" y="8716"/>
                  <a:pt x="9281" y="8895"/>
                  <a:pt x="9281" y="9116"/>
                </a:cubicBezTo>
                <a:cubicBezTo>
                  <a:pt x="9281" y="9336"/>
                  <a:pt x="9016" y="9514"/>
                  <a:pt x="8688" y="9514"/>
                </a:cubicBezTo>
                <a:cubicBezTo>
                  <a:pt x="8359" y="9514"/>
                  <a:pt x="8091" y="9336"/>
                  <a:pt x="8091" y="9116"/>
                </a:cubicBezTo>
                <a:cubicBezTo>
                  <a:pt x="8091" y="8895"/>
                  <a:pt x="8359" y="8716"/>
                  <a:pt x="8688" y="8716"/>
                </a:cubicBezTo>
                <a:close/>
                <a:moveTo>
                  <a:pt x="10773" y="8716"/>
                </a:moveTo>
                <a:cubicBezTo>
                  <a:pt x="11102" y="8716"/>
                  <a:pt x="11369" y="8895"/>
                  <a:pt x="11369" y="9116"/>
                </a:cubicBezTo>
                <a:cubicBezTo>
                  <a:pt x="11369" y="9336"/>
                  <a:pt x="11102" y="9514"/>
                  <a:pt x="10773" y="9514"/>
                </a:cubicBezTo>
                <a:cubicBezTo>
                  <a:pt x="10444" y="9514"/>
                  <a:pt x="10177" y="9336"/>
                  <a:pt x="10177" y="9116"/>
                </a:cubicBezTo>
                <a:cubicBezTo>
                  <a:pt x="10177" y="8895"/>
                  <a:pt x="10444" y="8716"/>
                  <a:pt x="10773" y="8716"/>
                </a:cubicBezTo>
                <a:close/>
                <a:moveTo>
                  <a:pt x="12858" y="8716"/>
                </a:moveTo>
                <a:cubicBezTo>
                  <a:pt x="13187" y="8716"/>
                  <a:pt x="13454" y="8895"/>
                  <a:pt x="13454" y="9116"/>
                </a:cubicBezTo>
                <a:cubicBezTo>
                  <a:pt x="13454" y="9336"/>
                  <a:pt x="13187" y="9514"/>
                  <a:pt x="12858" y="9514"/>
                </a:cubicBezTo>
                <a:cubicBezTo>
                  <a:pt x="12530" y="9514"/>
                  <a:pt x="12265" y="9336"/>
                  <a:pt x="12265" y="9116"/>
                </a:cubicBezTo>
                <a:cubicBezTo>
                  <a:pt x="12265" y="8895"/>
                  <a:pt x="12530" y="8716"/>
                  <a:pt x="12858" y="8716"/>
                </a:cubicBezTo>
                <a:close/>
                <a:moveTo>
                  <a:pt x="10773" y="10277"/>
                </a:moveTo>
                <a:cubicBezTo>
                  <a:pt x="11801" y="10277"/>
                  <a:pt x="12768" y="10545"/>
                  <a:pt x="13495" y="11033"/>
                </a:cubicBezTo>
                <a:lnTo>
                  <a:pt x="11917" y="12093"/>
                </a:lnTo>
                <a:cubicBezTo>
                  <a:pt x="11612" y="11888"/>
                  <a:pt x="11205" y="11774"/>
                  <a:pt x="10773" y="11774"/>
                </a:cubicBezTo>
                <a:cubicBezTo>
                  <a:pt x="10341" y="11774"/>
                  <a:pt x="9934" y="11888"/>
                  <a:pt x="9628" y="12093"/>
                </a:cubicBezTo>
                <a:lnTo>
                  <a:pt x="8051" y="11033"/>
                </a:lnTo>
                <a:cubicBezTo>
                  <a:pt x="8778" y="10545"/>
                  <a:pt x="9745" y="10277"/>
                  <a:pt x="10773" y="10277"/>
                </a:cubicBezTo>
                <a:close/>
              </a:path>
            </a:pathLst>
          </a:custGeom>
          <a:solidFill>
            <a:schemeClr val="accent2">
              <a:satOff val="-29896"/>
              <a:lumOff val="-1297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sp>
        <p:nvSpPr>
          <p:cNvPr id="376" name="Connection Line"/>
          <p:cNvSpPr/>
          <p:nvPr/>
        </p:nvSpPr>
        <p:spPr>
          <a:xfrm>
            <a:off x="17671248" y="6369547"/>
            <a:ext cx="1271872" cy="8105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336" extrusionOk="0">
                <a:moveTo>
                  <a:pt x="0" y="16489"/>
                </a:moveTo>
                <a:cubicBezTo>
                  <a:pt x="10990" y="21600"/>
                  <a:pt x="18190" y="16104"/>
                  <a:pt x="21600" y="0"/>
                </a:cubicBezTo>
              </a:path>
            </a:pathLst>
          </a:custGeom>
          <a:ln w="25400">
            <a:solidFill>
              <a:schemeClr val="accent2">
                <a:hueOff val="-168224"/>
                <a:satOff val="18883"/>
                <a:lumOff val="-31844"/>
              </a:schemeClr>
            </a:solidFill>
            <a:prstDash val="sysDot"/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8" name="VectorDB Agent"/>
          <p:cNvSpPr txBox="1"/>
          <p:nvPr/>
        </p:nvSpPr>
        <p:spPr>
          <a:xfrm>
            <a:off x="18411287" y="5861366"/>
            <a:ext cx="209067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VectorDB Agent</a:t>
            </a:r>
          </a:p>
        </p:txBody>
      </p:sp>
      <p:sp>
        <p:nvSpPr>
          <p:cNvPr id="369" name="Line"/>
          <p:cNvSpPr/>
          <p:nvPr/>
        </p:nvSpPr>
        <p:spPr>
          <a:xfrm>
            <a:off x="17095113" y="7577183"/>
            <a:ext cx="1" cy="60579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70" name="Line"/>
          <p:cNvSpPr/>
          <p:nvPr/>
        </p:nvSpPr>
        <p:spPr>
          <a:xfrm>
            <a:off x="13334221" y="5919178"/>
            <a:ext cx="2988951" cy="551156"/>
          </a:xfrm>
          <a:prstGeom prst="line">
            <a:avLst/>
          </a:prstGeom>
          <a:ln w="25400" cap="rnd">
            <a:solidFill>
              <a:srgbClr val="000000"/>
            </a:solidFill>
            <a:custDash>
              <a:ds d="100000" sp="200000"/>
            </a:custDash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71" name="Line"/>
          <p:cNvSpPr/>
          <p:nvPr/>
        </p:nvSpPr>
        <p:spPr>
          <a:xfrm flipV="1">
            <a:off x="13380481" y="7367895"/>
            <a:ext cx="2942691" cy="776787"/>
          </a:xfrm>
          <a:prstGeom prst="line">
            <a:avLst/>
          </a:prstGeom>
          <a:ln w="25400" cap="rnd">
            <a:solidFill>
              <a:srgbClr val="000000"/>
            </a:solidFill>
            <a:custDash>
              <a:ds d="100000" sp="200000"/>
            </a:custDash>
            <a:head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72" name="Write: Communication"/>
          <p:cNvSpPr txBox="1"/>
          <p:nvPr/>
        </p:nvSpPr>
        <p:spPr>
          <a:xfrm rot="660000">
            <a:off x="13855697" y="5868342"/>
            <a:ext cx="218145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i="1">
                <a:solidFill>
                  <a:srgbClr val="94219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Write: Communication</a:t>
            </a:r>
          </a:p>
        </p:txBody>
      </p:sp>
      <p:sp>
        <p:nvSpPr>
          <p:cNvPr id="373" name="Read: Communication"/>
          <p:cNvSpPr txBox="1"/>
          <p:nvPr/>
        </p:nvSpPr>
        <p:spPr>
          <a:xfrm rot="20760000">
            <a:off x="13633486" y="7395643"/>
            <a:ext cx="215910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i="1">
                <a:solidFill>
                  <a:srgbClr val="94219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Read: Communication</a:t>
            </a:r>
          </a:p>
        </p:txBody>
      </p:sp>
      <p:sp>
        <p:nvSpPr>
          <p:cNvPr id="37" name="Query">
            <a:extLst>
              <a:ext uri="{FF2B5EF4-FFF2-40B4-BE49-F238E27FC236}">
                <a16:creationId xmlns:a16="http://schemas.microsoft.com/office/drawing/2014/main" id="{02728EB3-26AD-4A54-B3F0-68CE96C6ECB7}"/>
              </a:ext>
            </a:extLst>
          </p:cNvPr>
          <p:cNvSpPr txBox="1"/>
          <p:nvPr/>
        </p:nvSpPr>
        <p:spPr>
          <a:xfrm>
            <a:off x="3592514" y="5142374"/>
            <a:ext cx="3825858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File Upload or </a:t>
            </a:r>
            <a:r>
              <a:rPr dirty="0"/>
              <a:t>Query</a:t>
            </a:r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71F72E40-D6B8-4F67-84FE-5E1BFBB7CE15}"/>
              </a:ext>
            </a:extLst>
          </p:cNvPr>
          <p:cNvSpPr/>
          <p:nvPr/>
        </p:nvSpPr>
        <p:spPr>
          <a:xfrm>
            <a:off x="14076095" y="8335561"/>
            <a:ext cx="3779902" cy="30277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39" name="Tools">
            <a:extLst>
              <a:ext uri="{FF2B5EF4-FFF2-40B4-BE49-F238E27FC236}">
                <a16:creationId xmlns:a16="http://schemas.microsoft.com/office/drawing/2014/main" id="{87D136F7-B5E9-4647-8318-0BACACB62C10}"/>
              </a:ext>
            </a:extLst>
          </p:cNvPr>
          <p:cNvSpPr txBox="1"/>
          <p:nvPr/>
        </p:nvSpPr>
        <p:spPr>
          <a:xfrm>
            <a:off x="14088795" y="8334037"/>
            <a:ext cx="84338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Tools</a:t>
            </a:r>
          </a:p>
        </p:txBody>
      </p:sp>
      <p:sp>
        <p:nvSpPr>
          <p:cNvPr id="40" name="Gear">
            <a:extLst>
              <a:ext uri="{FF2B5EF4-FFF2-40B4-BE49-F238E27FC236}">
                <a16:creationId xmlns:a16="http://schemas.microsoft.com/office/drawing/2014/main" id="{044D0A36-35D7-4D92-B068-B69FD879351C}"/>
              </a:ext>
            </a:extLst>
          </p:cNvPr>
          <p:cNvSpPr/>
          <p:nvPr/>
        </p:nvSpPr>
        <p:spPr>
          <a:xfrm>
            <a:off x="14366110" y="8902851"/>
            <a:ext cx="494399" cy="4922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chemeClr val="accent3">
              <a:hueOff val="-705272"/>
              <a:satOff val="-43276"/>
              <a:lumOff val="-1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41" name="Custom Tools for Agents">
            <a:extLst>
              <a:ext uri="{FF2B5EF4-FFF2-40B4-BE49-F238E27FC236}">
                <a16:creationId xmlns:a16="http://schemas.microsoft.com/office/drawing/2014/main" id="{A67CBAD9-C864-400B-84B1-D9D5FE78685B}"/>
              </a:ext>
            </a:extLst>
          </p:cNvPr>
          <p:cNvSpPr txBox="1"/>
          <p:nvPr/>
        </p:nvSpPr>
        <p:spPr>
          <a:xfrm>
            <a:off x="14910579" y="8926727"/>
            <a:ext cx="2950973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</a:lstStyle>
          <a:p>
            <a:r>
              <a:t>Custom Tools for Agents</a:t>
            </a:r>
          </a:p>
        </p:txBody>
      </p:sp>
      <p:sp>
        <p:nvSpPr>
          <p:cNvPr id="42" name="File Store in AlloyDB…">
            <a:extLst>
              <a:ext uri="{FF2B5EF4-FFF2-40B4-BE49-F238E27FC236}">
                <a16:creationId xmlns:a16="http://schemas.microsoft.com/office/drawing/2014/main" id="{C0520F19-CB8D-471E-BCAE-FB93FE6ABDE2}"/>
              </a:ext>
            </a:extLst>
          </p:cNvPr>
          <p:cNvSpPr txBox="1"/>
          <p:nvPr/>
        </p:nvSpPr>
        <p:spPr>
          <a:xfrm>
            <a:off x="14347868" y="9691082"/>
            <a:ext cx="3236354" cy="131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File Store in </a:t>
            </a:r>
            <a:r>
              <a:rPr lang="en-IN" dirty="0"/>
              <a:t>Alloy DB</a:t>
            </a:r>
            <a:endParaRPr dirty="0"/>
          </a:p>
          <a:p>
            <a:pPr marL="228600" indent="-228600">
              <a:lnSpc>
                <a:spcPct val="50000"/>
              </a:lnSpc>
              <a:spcBef>
                <a:spcPts val="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Retrieval Mechanism</a:t>
            </a:r>
          </a:p>
          <a:p>
            <a:pPr marL="228600" indent="-228600">
              <a:lnSpc>
                <a:spcPct val="50000"/>
              </a:lnSpc>
              <a:spcBef>
                <a:spcPts val="100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File Categorization</a:t>
            </a:r>
            <a:endParaRPr lang="en-US" dirty="0"/>
          </a:p>
          <a:p>
            <a:pPr marL="228600" indent="-228600">
              <a:lnSpc>
                <a:spcPct val="50000"/>
              </a:lnSpc>
              <a:spcBef>
                <a:spcPts val="100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Entities and Relations Extraction</a:t>
            </a:r>
          </a:p>
        </p:txBody>
      </p:sp>
      <p:pic>
        <p:nvPicPr>
          <p:cNvPr id="43" name="pasted-movie.png" descr="pasted-movie.png">
            <a:extLst>
              <a:ext uri="{FF2B5EF4-FFF2-40B4-BE49-F238E27FC236}">
                <a16:creationId xmlns:a16="http://schemas.microsoft.com/office/drawing/2014/main" id="{A790EB12-752E-45EC-8945-F6310CC9F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590807" y="10243930"/>
            <a:ext cx="270072" cy="270072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Fig: SeerVault’s High-Level Architecture">
            <a:extLst>
              <a:ext uri="{FF2B5EF4-FFF2-40B4-BE49-F238E27FC236}">
                <a16:creationId xmlns:a16="http://schemas.microsoft.com/office/drawing/2014/main" id="{3F971777-B02C-4399-A94C-FE6CF75999CE}"/>
              </a:ext>
            </a:extLst>
          </p:cNvPr>
          <p:cNvSpPr txBox="1"/>
          <p:nvPr/>
        </p:nvSpPr>
        <p:spPr>
          <a:xfrm>
            <a:off x="8172895" y="12872272"/>
            <a:ext cx="461518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Fig: SeerVault’s High-Level Architecture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Head with Shoulders"/>
          <p:cNvSpPr/>
          <p:nvPr/>
        </p:nvSpPr>
        <p:spPr>
          <a:xfrm>
            <a:off x="771561" y="5676707"/>
            <a:ext cx="1927175" cy="1669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sp>
        <p:nvSpPr>
          <p:cNvPr id="379" name="User"/>
          <p:cNvSpPr txBox="1"/>
          <p:nvPr/>
        </p:nvSpPr>
        <p:spPr>
          <a:xfrm>
            <a:off x="1288616" y="7273642"/>
            <a:ext cx="90906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t>User</a:t>
            </a:r>
          </a:p>
        </p:txBody>
      </p:sp>
      <p:sp>
        <p:nvSpPr>
          <p:cNvPr id="380" name="Line"/>
          <p:cNvSpPr/>
          <p:nvPr/>
        </p:nvSpPr>
        <p:spPr>
          <a:xfrm>
            <a:off x="3080614" y="5734741"/>
            <a:ext cx="4849657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81" name="Line"/>
          <p:cNvSpPr/>
          <p:nvPr/>
        </p:nvSpPr>
        <p:spPr>
          <a:xfrm>
            <a:off x="3080614" y="7584792"/>
            <a:ext cx="4849657" cy="1"/>
          </a:xfrm>
          <a:prstGeom prst="line">
            <a:avLst/>
          </a:prstGeom>
          <a:ln w="381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83" name="Streamed Response"/>
          <p:cNvSpPr txBox="1"/>
          <p:nvPr/>
        </p:nvSpPr>
        <p:spPr>
          <a:xfrm>
            <a:off x="3703503" y="6964315"/>
            <a:ext cx="3583306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t>Streamed Response</a:t>
            </a:r>
          </a:p>
        </p:txBody>
      </p:sp>
      <p:sp>
        <p:nvSpPr>
          <p:cNvPr id="384" name="Rectangle"/>
          <p:cNvSpPr/>
          <p:nvPr/>
        </p:nvSpPr>
        <p:spPr>
          <a:xfrm>
            <a:off x="8316643" y="876714"/>
            <a:ext cx="9855436" cy="11212301"/>
          </a:xfrm>
          <a:prstGeom prst="rect">
            <a:avLst/>
          </a:prstGeom>
          <a:solidFill>
            <a:srgbClr val="D5D5D5">
              <a:alpha val="4958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385" name="Rectangle"/>
          <p:cNvSpPr/>
          <p:nvPr/>
        </p:nvSpPr>
        <p:spPr>
          <a:xfrm>
            <a:off x="8841904" y="2985442"/>
            <a:ext cx="4250650" cy="8446995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386" name="Rectangle"/>
          <p:cNvSpPr/>
          <p:nvPr/>
        </p:nvSpPr>
        <p:spPr>
          <a:xfrm>
            <a:off x="14076095" y="2986386"/>
            <a:ext cx="3779902" cy="23900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387" name="AI Agentic Backend"/>
          <p:cNvSpPr txBox="1"/>
          <p:nvPr/>
        </p:nvSpPr>
        <p:spPr>
          <a:xfrm>
            <a:off x="8437081" y="925485"/>
            <a:ext cx="352272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chemeClr val="accent3">
                    <a:hueOff val="-705272"/>
                    <a:satOff val="-43276"/>
                    <a:lumOff val="-19411"/>
                  </a:schemeClr>
                </a:solidFill>
              </a:defRPr>
            </a:lvl1pPr>
          </a:lstStyle>
          <a:p>
            <a:r>
              <a:t>AI Agentic Backend</a:t>
            </a:r>
          </a:p>
        </p:txBody>
      </p:sp>
      <p:sp>
        <p:nvSpPr>
          <p:cNvPr id="388" name="Hosting Platform"/>
          <p:cNvSpPr txBox="1"/>
          <p:nvPr/>
        </p:nvSpPr>
        <p:spPr>
          <a:xfrm>
            <a:off x="8906101" y="3074929"/>
            <a:ext cx="243840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Hosting Platform</a:t>
            </a:r>
          </a:p>
        </p:txBody>
      </p:sp>
      <p:pic>
        <p:nvPicPr>
          <p:cNvPr id="38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04042" y="4115148"/>
            <a:ext cx="893065" cy="893065"/>
          </a:xfrm>
          <a:prstGeom prst="rect">
            <a:avLst/>
          </a:prstGeom>
          <a:ln w="12700">
            <a:miter lim="400000"/>
          </a:ln>
        </p:spPr>
      </p:pic>
      <p:sp>
        <p:nvSpPr>
          <p:cNvPr id="390" name="Cloud Run Service"/>
          <p:cNvSpPr txBox="1"/>
          <p:nvPr/>
        </p:nvSpPr>
        <p:spPr>
          <a:xfrm>
            <a:off x="10193260" y="4320380"/>
            <a:ext cx="2448968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Cloud Run Service</a:t>
            </a:r>
          </a:p>
        </p:txBody>
      </p:sp>
      <p:sp>
        <p:nvSpPr>
          <p:cNvPr id="391" name="Running frameworks:"/>
          <p:cNvSpPr txBox="1"/>
          <p:nvPr/>
        </p:nvSpPr>
        <p:spPr>
          <a:xfrm>
            <a:off x="8954200" y="5696661"/>
            <a:ext cx="305257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Running frameworks:</a:t>
            </a:r>
          </a:p>
        </p:txBody>
      </p:sp>
      <p:pic>
        <p:nvPicPr>
          <p:cNvPr id="39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96879" y="6395870"/>
            <a:ext cx="605791" cy="605791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Agent Development Kit"/>
          <p:cNvSpPr txBox="1"/>
          <p:nvPr/>
        </p:nvSpPr>
        <p:spPr>
          <a:xfrm>
            <a:off x="9929578" y="6482865"/>
            <a:ext cx="3114219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Agent Development Kit</a:t>
            </a:r>
          </a:p>
        </p:txBody>
      </p:sp>
      <p:pic>
        <p:nvPicPr>
          <p:cNvPr id="394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891575" y="7245193"/>
            <a:ext cx="2151309" cy="13445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rcRect l="47383" t="15276" r="28275" b="15276"/>
          <a:stretch>
            <a:fillRect/>
          </a:stretch>
        </p:blipFill>
        <p:spPr>
          <a:xfrm>
            <a:off x="10266409" y="8877235"/>
            <a:ext cx="1690429" cy="1555423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Line"/>
          <p:cNvSpPr/>
          <p:nvPr/>
        </p:nvSpPr>
        <p:spPr>
          <a:xfrm>
            <a:off x="13137793" y="3335279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97" name="GenAI Models"/>
          <p:cNvSpPr txBox="1"/>
          <p:nvPr/>
        </p:nvSpPr>
        <p:spPr>
          <a:xfrm>
            <a:off x="14088795" y="2973329"/>
            <a:ext cx="210891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GenAI Models</a:t>
            </a:r>
          </a:p>
        </p:txBody>
      </p:sp>
      <p:pic>
        <p:nvPicPr>
          <p:cNvPr id="398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rcRect l="13431" t="14765" r="7813" b="14765"/>
          <a:stretch>
            <a:fillRect/>
          </a:stretch>
        </p:blipFill>
        <p:spPr>
          <a:xfrm>
            <a:off x="14228539" y="3509860"/>
            <a:ext cx="998120" cy="893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41433" y="4432885"/>
            <a:ext cx="772352" cy="772352"/>
          </a:xfrm>
          <a:prstGeom prst="rect">
            <a:avLst/>
          </a:prstGeom>
          <a:ln w="12700">
            <a:miter lim="400000"/>
          </a:ln>
        </p:spPr>
      </p:pic>
      <p:sp>
        <p:nvSpPr>
          <p:cNvPr id="400" name="Gemini"/>
          <p:cNvSpPr txBox="1"/>
          <p:nvPr/>
        </p:nvSpPr>
        <p:spPr>
          <a:xfrm>
            <a:off x="15145632" y="3676945"/>
            <a:ext cx="104051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Gemini</a:t>
            </a:r>
          </a:p>
        </p:txBody>
      </p:sp>
      <p:sp>
        <p:nvSpPr>
          <p:cNvPr id="401" name="Cloud Run with GPU"/>
          <p:cNvSpPr txBox="1"/>
          <p:nvPr/>
        </p:nvSpPr>
        <p:spPr>
          <a:xfrm>
            <a:off x="15120232" y="4577760"/>
            <a:ext cx="270294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Cloud Run with GPU</a:t>
            </a:r>
          </a:p>
        </p:txBody>
      </p:sp>
      <p:sp>
        <p:nvSpPr>
          <p:cNvPr id="402" name="Rectangle"/>
          <p:cNvSpPr/>
          <p:nvPr/>
        </p:nvSpPr>
        <p:spPr>
          <a:xfrm>
            <a:off x="14076095" y="5662974"/>
            <a:ext cx="3779902" cy="23900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403" name="Line"/>
          <p:cNvSpPr/>
          <p:nvPr/>
        </p:nvSpPr>
        <p:spPr>
          <a:xfrm>
            <a:off x="13137793" y="6511535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404" name="pasted-movie.png" descr="pasted-movi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4245756" y="6376147"/>
            <a:ext cx="963706" cy="963706"/>
          </a:xfrm>
          <a:prstGeom prst="rect">
            <a:avLst/>
          </a:prstGeom>
          <a:ln w="12700">
            <a:miter lim="400000"/>
          </a:ln>
        </p:spPr>
      </p:pic>
      <p:sp>
        <p:nvSpPr>
          <p:cNvPr id="405" name="AlloyDB"/>
          <p:cNvSpPr txBox="1"/>
          <p:nvPr/>
        </p:nvSpPr>
        <p:spPr>
          <a:xfrm>
            <a:off x="15424362" y="6616700"/>
            <a:ext cx="114696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t>AlloyDB</a:t>
            </a:r>
          </a:p>
        </p:txBody>
      </p:sp>
      <p:sp>
        <p:nvSpPr>
          <p:cNvPr id="407" name="Line"/>
          <p:cNvSpPr/>
          <p:nvPr/>
        </p:nvSpPr>
        <p:spPr>
          <a:xfrm>
            <a:off x="13137793" y="9687791"/>
            <a:ext cx="89306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08" name="Vector Database"/>
          <p:cNvSpPr txBox="1"/>
          <p:nvPr/>
        </p:nvSpPr>
        <p:spPr>
          <a:xfrm>
            <a:off x="14088795" y="5653683"/>
            <a:ext cx="240334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Vector Database</a:t>
            </a:r>
          </a:p>
        </p:txBody>
      </p:sp>
      <p:pic>
        <p:nvPicPr>
          <p:cNvPr id="413" name="Rectangle Rectangle" descr="Rectangle Rectangle"/>
          <p:cNvPicPr>
            <a:picLocks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1968271" y="7241510"/>
            <a:ext cx="1020675" cy="1310649"/>
          </a:xfrm>
          <a:prstGeom prst="rect">
            <a:avLst/>
          </a:prstGeom>
        </p:spPr>
      </p:pic>
      <p:sp>
        <p:nvSpPr>
          <p:cNvPr id="415" name="Robot"/>
          <p:cNvSpPr/>
          <p:nvPr/>
        </p:nvSpPr>
        <p:spPr>
          <a:xfrm>
            <a:off x="12141532" y="7382039"/>
            <a:ext cx="644901" cy="96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7636" y="0"/>
                </a:moveTo>
                <a:cubicBezTo>
                  <a:pt x="7308" y="0"/>
                  <a:pt x="7042" y="178"/>
                  <a:pt x="7042" y="398"/>
                </a:cubicBezTo>
                <a:lnTo>
                  <a:pt x="7042" y="1269"/>
                </a:lnTo>
                <a:cubicBezTo>
                  <a:pt x="7042" y="1360"/>
                  <a:pt x="6932" y="1434"/>
                  <a:pt x="6796" y="1434"/>
                </a:cubicBezTo>
                <a:lnTo>
                  <a:pt x="6444" y="1434"/>
                </a:lnTo>
                <a:cubicBezTo>
                  <a:pt x="6308" y="1434"/>
                  <a:pt x="6197" y="1509"/>
                  <a:pt x="6197" y="1600"/>
                </a:cubicBezTo>
                <a:lnTo>
                  <a:pt x="6197" y="2450"/>
                </a:lnTo>
                <a:cubicBezTo>
                  <a:pt x="6197" y="2541"/>
                  <a:pt x="6308" y="2614"/>
                  <a:pt x="6444" y="2614"/>
                </a:cubicBezTo>
                <a:lnTo>
                  <a:pt x="6796" y="2614"/>
                </a:lnTo>
                <a:cubicBezTo>
                  <a:pt x="6932" y="2614"/>
                  <a:pt x="7042" y="2688"/>
                  <a:pt x="7042" y="2779"/>
                </a:cubicBezTo>
                <a:lnTo>
                  <a:pt x="7042" y="4048"/>
                </a:lnTo>
                <a:lnTo>
                  <a:pt x="4708" y="4048"/>
                </a:lnTo>
                <a:cubicBezTo>
                  <a:pt x="4373" y="4048"/>
                  <a:pt x="4102" y="4230"/>
                  <a:pt x="4102" y="4455"/>
                </a:cubicBezTo>
                <a:lnTo>
                  <a:pt x="4102" y="5592"/>
                </a:lnTo>
                <a:lnTo>
                  <a:pt x="3470" y="5592"/>
                </a:lnTo>
                <a:lnTo>
                  <a:pt x="3470" y="5197"/>
                </a:lnTo>
                <a:cubicBezTo>
                  <a:pt x="3470" y="5006"/>
                  <a:pt x="3238" y="4850"/>
                  <a:pt x="2952" y="4850"/>
                </a:cubicBezTo>
                <a:lnTo>
                  <a:pt x="575" y="4850"/>
                </a:lnTo>
                <a:cubicBezTo>
                  <a:pt x="289" y="4850"/>
                  <a:pt x="57" y="5006"/>
                  <a:pt x="57" y="5197"/>
                </a:cubicBezTo>
                <a:lnTo>
                  <a:pt x="57" y="9364"/>
                </a:lnTo>
                <a:cubicBezTo>
                  <a:pt x="57" y="9530"/>
                  <a:pt x="233" y="9669"/>
                  <a:pt x="464" y="9703"/>
                </a:cubicBezTo>
                <a:lnTo>
                  <a:pt x="464" y="10395"/>
                </a:lnTo>
                <a:cubicBezTo>
                  <a:pt x="233" y="10429"/>
                  <a:pt x="57" y="10568"/>
                  <a:pt x="57" y="10734"/>
                </a:cubicBezTo>
                <a:lnTo>
                  <a:pt x="57" y="13326"/>
                </a:lnTo>
                <a:cubicBezTo>
                  <a:pt x="57" y="13518"/>
                  <a:pt x="290" y="13672"/>
                  <a:pt x="575" y="13672"/>
                </a:cubicBezTo>
                <a:lnTo>
                  <a:pt x="771" y="13672"/>
                </a:lnTo>
                <a:lnTo>
                  <a:pt x="117" y="14205"/>
                </a:lnTo>
                <a:cubicBezTo>
                  <a:pt x="10" y="14293"/>
                  <a:pt x="-27" y="14412"/>
                  <a:pt x="19" y="14521"/>
                </a:cubicBezTo>
                <a:lnTo>
                  <a:pt x="480" y="15614"/>
                </a:lnTo>
                <a:cubicBezTo>
                  <a:pt x="506" y="15676"/>
                  <a:pt x="590" y="15719"/>
                  <a:pt x="686" y="15719"/>
                </a:cubicBezTo>
                <a:lnTo>
                  <a:pt x="1020" y="15719"/>
                </a:lnTo>
                <a:cubicBezTo>
                  <a:pt x="1138" y="15719"/>
                  <a:pt x="1234" y="15655"/>
                  <a:pt x="1234" y="15576"/>
                </a:cubicBezTo>
                <a:lnTo>
                  <a:pt x="1234" y="14788"/>
                </a:lnTo>
                <a:cubicBezTo>
                  <a:pt x="1234" y="14591"/>
                  <a:pt x="1472" y="14431"/>
                  <a:pt x="1765" y="14431"/>
                </a:cubicBezTo>
                <a:cubicBezTo>
                  <a:pt x="2058" y="14431"/>
                  <a:pt x="2293" y="14591"/>
                  <a:pt x="2293" y="14788"/>
                </a:cubicBezTo>
                <a:lnTo>
                  <a:pt x="2293" y="15576"/>
                </a:lnTo>
                <a:cubicBezTo>
                  <a:pt x="2293" y="15655"/>
                  <a:pt x="2389" y="15719"/>
                  <a:pt x="2507" y="15719"/>
                </a:cubicBezTo>
                <a:lnTo>
                  <a:pt x="2842" y="15719"/>
                </a:lnTo>
                <a:cubicBezTo>
                  <a:pt x="2937" y="15719"/>
                  <a:pt x="3022" y="15676"/>
                  <a:pt x="3048" y="15614"/>
                </a:cubicBezTo>
                <a:lnTo>
                  <a:pt x="3508" y="14521"/>
                </a:lnTo>
                <a:cubicBezTo>
                  <a:pt x="3554" y="14412"/>
                  <a:pt x="3518" y="14293"/>
                  <a:pt x="3410" y="14205"/>
                </a:cubicBezTo>
                <a:lnTo>
                  <a:pt x="2756" y="13672"/>
                </a:lnTo>
                <a:lnTo>
                  <a:pt x="2952" y="13672"/>
                </a:lnTo>
                <a:cubicBezTo>
                  <a:pt x="3238" y="13672"/>
                  <a:pt x="3470" y="13518"/>
                  <a:pt x="3470" y="13326"/>
                </a:cubicBezTo>
                <a:lnTo>
                  <a:pt x="3470" y="10734"/>
                </a:lnTo>
                <a:cubicBezTo>
                  <a:pt x="3470" y="10568"/>
                  <a:pt x="3297" y="10429"/>
                  <a:pt x="3065" y="10395"/>
                </a:cubicBezTo>
                <a:lnTo>
                  <a:pt x="3065" y="9703"/>
                </a:lnTo>
                <a:cubicBezTo>
                  <a:pt x="3297" y="9669"/>
                  <a:pt x="3470" y="9530"/>
                  <a:pt x="3470" y="9364"/>
                </a:cubicBezTo>
                <a:lnTo>
                  <a:pt x="3470" y="7843"/>
                </a:lnTo>
                <a:lnTo>
                  <a:pt x="4102" y="7843"/>
                </a:lnTo>
                <a:lnTo>
                  <a:pt x="4102" y="13265"/>
                </a:lnTo>
                <a:cubicBezTo>
                  <a:pt x="4102" y="13490"/>
                  <a:pt x="4373" y="13672"/>
                  <a:pt x="4708" y="13672"/>
                </a:cubicBezTo>
                <a:lnTo>
                  <a:pt x="5367" y="13672"/>
                </a:lnTo>
                <a:lnTo>
                  <a:pt x="5367" y="19636"/>
                </a:lnTo>
                <a:cubicBezTo>
                  <a:pt x="5367" y="19764"/>
                  <a:pt x="5302" y="19890"/>
                  <a:pt x="5186" y="19992"/>
                </a:cubicBezTo>
                <a:lnTo>
                  <a:pt x="4326" y="20751"/>
                </a:lnTo>
                <a:cubicBezTo>
                  <a:pt x="4210" y="20853"/>
                  <a:pt x="4145" y="20979"/>
                  <a:pt x="4145" y="21107"/>
                </a:cubicBezTo>
                <a:lnTo>
                  <a:pt x="4145" y="21327"/>
                </a:lnTo>
                <a:cubicBezTo>
                  <a:pt x="4145" y="21477"/>
                  <a:pt x="4328" y="21600"/>
                  <a:pt x="4552" y="21600"/>
                </a:cubicBezTo>
                <a:lnTo>
                  <a:pt x="9040" y="21600"/>
                </a:lnTo>
                <a:cubicBezTo>
                  <a:pt x="9264" y="21600"/>
                  <a:pt x="9447" y="21477"/>
                  <a:pt x="9447" y="21327"/>
                </a:cubicBezTo>
                <a:lnTo>
                  <a:pt x="9447" y="13672"/>
                </a:lnTo>
                <a:lnTo>
                  <a:pt x="12099" y="13672"/>
                </a:lnTo>
                <a:lnTo>
                  <a:pt x="12099" y="21327"/>
                </a:lnTo>
                <a:cubicBezTo>
                  <a:pt x="12099" y="21477"/>
                  <a:pt x="12282" y="21600"/>
                  <a:pt x="12506" y="21600"/>
                </a:cubicBezTo>
                <a:lnTo>
                  <a:pt x="16994" y="21600"/>
                </a:lnTo>
                <a:cubicBezTo>
                  <a:pt x="17218" y="21600"/>
                  <a:pt x="17399" y="21477"/>
                  <a:pt x="17399" y="21327"/>
                </a:cubicBezTo>
                <a:lnTo>
                  <a:pt x="17399" y="21107"/>
                </a:lnTo>
                <a:cubicBezTo>
                  <a:pt x="17399" y="20979"/>
                  <a:pt x="17336" y="20853"/>
                  <a:pt x="17220" y="20751"/>
                </a:cubicBezTo>
                <a:lnTo>
                  <a:pt x="16357" y="19992"/>
                </a:lnTo>
                <a:cubicBezTo>
                  <a:pt x="16241" y="19890"/>
                  <a:pt x="16179" y="19764"/>
                  <a:pt x="16179" y="19636"/>
                </a:cubicBezTo>
                <a:lnTo>
                  <a:pt x="16179" y="13672"/>
                </a:lnTo>
                <a:lnTo>
                  <a:pt x="16838" y="13672"/>
                </a:lnTo>
                <a:cubicBezTo>
                  <a:pt x="17173" y="13672"/>
                  <a:pt x="17444" y="13490"/>
                  <a:pt x="17444" y="13265"/>
                </a:cubicBezTo>
                <a:lnTo>
                  <a:pt x="17444" y="7843"/>
                </a:lnTo>
                <a:lnTo>
                  <a:pt x="18075" y="7843"/>
                </a:lnTo>
                <a:lnTo>
                  <a:pt x="18075" y="9364"/>
                </a:lnTo>
                <a:cubicBezTo>
                  <a:pt x="18075" y="9530"/>
                  <a:pt x="18249" y="9669"/>
                  <a:pt x="18480" y="9703"/>
                </a:cubicBezTo>
                <a:lnTo>
                  <a:pt x="18480" y="10395"/>
                </a:lnTo>
                <a:cubicBezTo>
                  <a:pt x="18249" y="10429"/>
                  <a:pt x="18075" y="10568"/>
                  <a:pt x="18075" y="10734"/>
                </a:cubicBezTo>
                <a:lnTo>
                  <a:pt x="18075" y="13326"/>
                </a:lnTo>
                <a:cubicBezTo>
                  <a:pt x="18075" y="13518"/>
                  <a:pt x="18308" y="13672"/>
                  <a:pt x="18594" y="13672"/>
                </a:cubicBezTo>
                <a:lnTo>
                  <a:pt x="18790" y="13672"/>
                </a:lnTo>
                <a:lnTo>
                  <a:pt x="18136" y="14205"/>
                </a:lnTo>
                <a:cubicBezTo>
                  <a:pt x="18028" y="14293"/>
                  <a:pt x="17991" y="14412"/>
                  <a:pt x="18038" y="14521"/>
                </a:cubicBezTo>
                <a:lnTo>
                  <a:pt x="18498" y="15614"/>
                </a:lnTo>
                <a:cubicBezTo>
                  <a:pt x="18524" y="15676"/>
                  <a:pt x="18609" y="15719"/>
                  <a:pt x="18704" y="15719"/>
                </a:cubicBezTo>
                <a:lnTo>
                  <a:pt x="19039" y="15719"/>
                </a:lnTo>
                <a:cubicBezTo>
                  <a:pt x="19157" y="15719"/>
                  <a:pt x="19250" y="15655"/>
                  <a:pt x="19250" y="15576"/>
                </a:cubicBezTo>
                <a:lnTo>
                  <a:pt x="19250" y="14788"/>
                </a:lnTo>
                <a:cubicBezTo>
                  <a:pt x="19250" y="14591"/>
                  <a:pt x="19488" y="14431"/>
                  <a:pt x="19781" y="14431"/>
                </a:cubicBezTo>
                <a:cubicBezTo>
                  <a:pt x="20074" y="14431"/>
                  <a:pt x="20312" y="14591"/>
                  <a:pt x="20312" y="14788"/>
                </a:cubicBezTo>
                <a:lnTo>
                  <a:pt x="20312" y="15576"/>
                </a:lnTo>
                <a:cubicBezTo>
                  <a:pt x="20312" y="15655"/>
                  <a:pt x="20408" y="15719"/>
                  <a:pt x="20525" y="15719"/>
                </a:cubicBezTo>
                <a:lnTo>
                  <a:pt x="20860" y="15719"/>
                </a:lnTo>
                <a:cubicBezTo>
                  <a:pt x="20955" y="15719"/>
                  <a:pt x="21038" y="15676"/>
                  <a:pt x="21064" y="15614"/>
                </a:cubicBezTo>
                <a:lnTo>
                  <a:pt x="21527" y="14521"/>
                </a:lnTo>
                <a:cubicBezTo>
                  <a:pt x="21573" y="14412"/>
                  <a:pt x="21536" y="14293"/>
                  <a:pt x="21429" y="14205"/>
                </a:cubicBezTo>
                <a:lnTo>
                  <a:pt x="20775" y="13672"/>
                </a:lnTo>
                <a:lnTo>
                  <a:pt x="20971" y="13672"/>
                </a:lnTo>
                <a:cubicBezTo>
                  <a:pt x="21256" y="13672"/>
                  <a:pt x="21489" y="13518"/>
                  <a:pt x="21489" y="13326"/>
                </a:cubicBezTo>
                <a:lnTo>
                  <a:pt x="21489" y="10734"/>
                </a:lnTo>
                <a:cubicBezTo>
                  <a:pt x="21489" y="10568"/>
                  <a:pt x="21313" y="10429"/>
                  <a:pt x="21081" y="10395"/>
                </a:cubicBezTo>
                <a:lnTo>
                  <a:pt x="21081" y="9703"/>
                </a:lnTo>
                <a:cubicBezTo>
                  <a:pt x="21313" y="9669"/>
                  <a:pt x="21489" y="9530"/>
                  <a:pt x="21489" y="9364"/>
                </a:cubicBezTo>
                <a:lnTo>
                  <a:pt x="21489" y="5197"/>
                </a:lnTo>
                <a:cubicBezTo>
                  <a:pt x="21489" y="5006"/>
                  <a:pt x="21256" y="4850"/>
                  <a:pt x="20971" y="4850"/>
                </a:cubicBezTo>
                <a:lnTo>
                  <a:pt x="18594" y="4850"/>
                </a:lnTo>
                <a:cubicBezTo>
                  <a:pt x="18308" y="4850"/>
                  <a:pt x="18075" y="5006"/>
                  <a:pt x="18075" y="5197"/>
                </a:cubicBezTo>
                <a:lnTo>
                  <a:pt x="18075" y="5592"/>
                </a:lnTo>
                <a:lnTo>
                  <a:pt x="17444" y="5592"/>
                </a:lnTo>
                <a:lnTo>
                  <a:pt x="17444" y="4455"/>
                </a:lnTo>
                <a:cubicBezTo>
                  <a:pt x="17444" y="4230"/>
                  <a:pt x="17173" y="4048"/>
                  <a:pt x="16838" y="4048"/>
                </a:cubicBezTo>
                <a:lnTo>
                  <a:pt x="14503" y="4048"/>
                </a:lnTo>
                <a:lnTo>
                  <a:pt x="14503" y="2779"/>
                </a:lnTo>
                <a:cubicBezTo>
                  <a:pt x="14503" y="2688"/>
                  <a:pt x="14614" y="2614"/>
                  <a:pt x="14750" y="2614"/>
                </a:cubicBezTo>
                <a:lnTo>
                  <a:pt x="15102" y="2614"/>
                </a:lnTo>
                <a:cubicBezTo>
                  <a:pt x="15238" y="2614"/>
                  <a:pt x="15349" y="2541"/>
                  <a:pt x="15349" y="2450"/>
                </a:cubicBezTo>
                <a:lnTo>
                  <a:pt x="15349" y="1600"/>
                </a:lnTo>
                <a:cubicBezTo>
                  <a:pt x="15349" y="1509"/>
                  <a:pt x="15238" y="1434"/>
                  <a:pt x="15102" y="1434"/>
                </a:cubicBezTo>
                <a:lnTo>
                  <a:pt x="14750" y="1434"/>
                </a:lnTo>
                <a:cubicBezTo>
                  <a:pt x="14614" y="1434"/>
                  <a:pt x="14503" y="1360"/>
                  <a:pt x="14503" y="1269"/>
                </a:cubicBezTo>
                <a:lnTo>
                  <a:pt x="14503" y="398"/>
                </a:lnTo>
                <a:cubicBezTo>
                  <a:pt x="14503" y="178"/>
                  <a:pt x="14238" y="0"/>
                  <a:pt x="13910" y="0"/>
                </a:cubicBezTo>
                <a:lnTo>
                  <a:pt x="7636" y="0"/>
                </a:lnTo>
                <a:close/>
                <a:moveTo>
                  <a:pt x="9228" y="1434"/>
                </a:moveTo>
                <a:cubicBezTo>
                  <a:pt x="9713" y="1434"/>
                  <a:pt x="10106" y="1700"/>
                  <a:pt x="10106" y="2025"/>
                </a:cubicBezTo>
                <a:cubicBezTo>
                  <a:pt x="10106" y="2350"/>
                  <a:pt x="9713" y="2614"/>
                  <a:pt x="9228" y="2614"/>
                </a:cubicBezTo>
                <a:cubicBezTo>
                  <a:pt x="8743" y="2614"/>
                  <a:pt x="8351" y="2350"/>
                  <a:pt x="8351" y="2025"/>
                </a:cubicBezTo>
                <a:cubicBezTo>
                  <a:pt x="8351" y="1700"/>
                  <a:pt x="8743" y="1434"/>
                  <a:pt x="9228" y="1434"/>
                </a:cubicBezTo>
                <a:close/>
                <a:moveTo>
                  <a:pt x="12317" y="1434"/>
                </a:moveTo>
                <a:cubicBezTo>
                  <a:pt x="12802" y="1434"/>
                  <a:pt x="13195" y="1700"/>
                  <a:pt x="13195" y="2025"/>
                </a:cubicBezTo>
                <a:cubicBezTo>
                  <a:pt x="13195" y="2350"/>
                  <a:pt x="12802" y="2614"/>
                  <a:pt x="12317" y="2614"/>
                </a:cubicBezTo>
                <a:cubicBezTo>
                  <a:pt x="11832" y="2614"/>
                  <a:pt x="11440" y="2350"/>
                  <a:pt x="11440" y="2025"/>
                </a:cubicBezTo>
                <a:cubicBezTo>
                  <a:pt x="11440" y="1700"/>
                  <a:pt x="11832" y="1434"/>
                  <a:pt x="12317" y="1434"/>
                </a:cubicBezTo>
                <a:close/>
                <a:moveTo>
                  <a:pt x="8091" y="5474"/>
                </a:moveTo>
                <a:lnTo>
                  <a:pt x="13454" y="5474"/>
                </a:lnTo>
                <a:lnTo>
                  <a:pt x="13454" y="7795"/>
                </a:lnTo>
                <a:lnTo>
                  <a:pt x="8091" y="7795"/>
                </a:lnTo>
                <a:lnTo>
                  <a:pt x="8091" y="5474"/>
                </a:lnTo>
                <a:close/>
                <a:moveTo>
                  <a:pt x="8688" y="8716"/>
                </a:moveTo>
                <a:cubicBezTo>
                  <a:pt x="9016" y="8716"/>
                  <a:pt x="9281" y="8895"/>
                  <a:pt x="9281" y="9116"/>
                </a:cubicBezTo>
                <a:cubicBezTo>
                  <a:pt x="9281" y="9336"/>
                  <a:pt x="9016" y="9514"/>
                  <a:pt x="8688" y="9514"/>
                </a:cubicBezTo>
                <a:cubicBezTo>
                  <a:pt x="8359" y="9514"/>
                  <a:pt x="8091" y="9336"/>
                  <a:pt x="8091" y="9116"/>
                </a:cubicBezTo>
                <a:cubicBezTo>
                  <a:pt x="8091" y="8895"/>
                  <a:pt x="8359" y="8716"/>
                  <a:pt x="8688" y="8716"/>
                </a:cubicBezTo>
                <a:close/>
                <a:moveTo>
                  <a:pt x="10773" y="8716"/>
                </a:moveTo>
                <a:cubicBezTo>
                  <a:pt x="11102" y="8716"/>
                  <a:pt x="11369" y="8895"/>
                  <a:pt x="11369" y="9116"/>
                </a:cubicBezTo>
                <a:cubicBezTo>
                  <a:pt x="11369" y="9336"/>
                  <a:pt x="11102" y="9514"/>
                  <a:pt x="10773" y="9514"/>
                </a:cubicBezTo>
                <a:cubicBezTo>
                  <a:pt x="10444" y="9514"/>
                  <a:pt x="10177" y="9336"/>
                  <a:pt x="10177" y="9116"/>
                </a:cubicBezTo>
                <a:cubicBezTo>
                  <a:pt x="10177" y="8895"/>
                  <a:pt x="10444" y="8716"/>
                  <a:pt x="10773" y="8716"/>
                </a:cubicBezTo>
                <a:close/>
                <a:moveTo>
                  <a:pt x="12858" y="8716"/>
                </a:moveTo>
                <a:cubicBezTo>
                  <a:pt x="13187" y="8716"/>
                  <a:pt x="13454" y="8895"/>
                  <a:pt x="13454" y="9116"/>
                </a:cubicBezTo>
                <a:cubicBezTo>
                  <a:pt x="13454" y="9336"/>
                  <a:pt x="13187" y="9514"/>
                  <a:pt x="12858" y="9514"/>
                </a:cubicBezTo>
                <a:cubicBezTo>
                  <a:pt x="12530" y="9514"/>
                  <a:pt x="12265" y="9336"/>
                  <a:pt x="12265" y="9116"/>
                </a:cubicBezTo>
                <a:cubicBezTo>
                  <a:pt x="12265" y="8895"/>
                  <a:pt x="12530" y="8716"/>
                  <a:pt x="12858" y="8716"/>
                </a:cubicBezTo>
                <a:close/>
                <a:moveTo>
                  <a:pt x="10773" y="10277"/>
                </a:moveTo>
                <a:cubicBezTo>
                  <a:pt x="11801" y="10277"/>
                  <a:pt x="12768" y="10545"/>
                  <a:pt x="13495" y="11033"/>
                </a:cubicBezTo>
                <a:lnTo>
                  <a:pt x="11917" y="12093"/>
                </a:lnTo>
                <a:cubicBezTo>
                  <a:pt x="11612" y="11888"/>
                  <a:pt x="11205" y="11774"/>
                  <a:pt x="10773" y="11774"/>
                </a:cubicBezTo>
                <a:cubicBezTo>
                  <a:pt x="10341" y="11774"/>
                  <a:pt x="9934" y="11888"/>
                  <a:pt x="9628" y="12093"/>
                </a:cubicBezTo>
                <a:lnTo>
                  <a:pt x="8051" y="11033"/>
                </a:lnTo>
                <a:cubicBezTo>
                  <a:pt x="8778" y="10545"/>
                  <a:pt x="9745" y="10277"/>
                  <a:pt x="10773" y="10277"/>
                </a:cubicBezTo>
                <a:close/>
              </a:path>
            </a:pathLst>
          </a:custGeom>
          <a:solidFill>
            <a:schemeClr val="accent2">
              <a:satOff val="-29896"/>
              <a:lumOff val="-1297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pic>
        <p:nvPicPr>
          <p:cNvPr id="416" name="Rectangle Rectangle" descr="Rectangle Rectangle"/>
          <p:cNvPicPr>
            <a:picLocks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1968366" y="5079417"/>
            <a:ext cx="1020675" cy="1310649"/>
          </a:xfrm>
          <a:prstGeom prst="rect">
            <a:avLst/>
          </a:prstGeom>
        </p:spPr>
      </p:pic>
      <p:sp>
        <p:nvSpPr>
          <p:cNvPr id="418" name="Robot"/>
          <p:cNvSpPr/>
          <p:nvPr/>
        </p:nvSpPr>
        <p:spPr>
          <a:xfrm>
            <a:off x="12141627" y="5219946"/>
            <a:ext cx="644901" cy="96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7636" y="0"/>
                </a:moveTo>
                <a:cubicBezTo>
                  <a:pt x="7308" y="0"/>
                  <a:pt x="7042" y="178"/>
                  <a:pt x="7042" y="398"/>
                </a:cubicBezTo>
                <a:lnTo>
                  <a:pt x="7042" y="1269"/>
                </a:lnTo>
                <a:cubicBezTo>
                  <a:pt x="7042" y="1360"/>
                  <a:pt x="6932" y="1434"/>
                  <a:pt x="6796" y="1434"/>
                </a:cubicBezTo>
                <a:lnTo>
                  <a:pt x="6444" y="1434"/>
                </a:lnTo>
                <a:cubicBezTo>
                  <a:pt x="6308" y="1434"/>
                  <a:pt x="6197" y="1509"/>
                  <a:pt x="6197" y="1600"/>
                </a:cubicBezTo>
                <a:lnTo>
                  <a:pt x="6197" y="2450"/>
                </a:lnTo>
                <a:cubicBezTo>
                  <a:pt x="6197" y="2541"/>
                  <a:pt x="6308" y="2614"/>
                  <a:pt x="6444" y="2614"/>
                </a:cubicBezTo>
                <a:lnTo>
                  <a:pt x="6796" y="2614"/>
                </a:lnTo>
                <a:cubicBezTo>
                  <a:pt x="6932" y="2614"/>
                  <a:pt x="7042" y="2688"/>
                  <a:pt x="7042" y="2779"/>
                </a:cubicBezTo>
                <a:lnTo>
                  <a:pt x="7042" y="4048"/>
                </a:lnTo>
                <a:lnTo>
                  <a:pt x="4708" y="4048"/>
                </a:lnTo>
                <a:cubicBezTo>
                  <a:pt x="4373" y="4048"/>
                  <a:pt x="4102" y="4230"/>
                  <a:pt x="4102" y="4455"/>
                </a:cubicBezTo>
                <a:lnTo>
                  <a:pt x="4102" y="5592"/>
                </a:lnTo>
                <a:lnTo>
                  <a:pt x="3470" y="5592"/>
                </a:lnTo>
                <a:lnTo>
                  <a:pt x="3470" y="5197"/>
                </a:lnTo>
                <a:cubicBezTo>
                  <a:pt x="3470" y="5006"/>
                  <a:pt x="3238" y="4850"/>
                  <a:pt x="2952" y="4850"/>
                </a:cubicBezTo>
                <a:lnTo>
                  <a:pt x="575" y="4850"/>
                </a:lnTo>
                <a:cubicBezTo>
                  <a:pt x="289" y="4850"/>
                  <a:pt x="57" y="5006"/>
                  <a:pt x="57" y="5197"/>
                </a:cubicBezTo>
                <a:lnTo>
                  <a:pt x="57" y="9364"/>
                </a:lnTo>
                <a:cubicBezTo>
                  <a:pt x="57" y="9530"/>
                  <a:pt x="233" y="9669"/>
                  <a:pt x="464" y="9703"/>
                </a:cubicBezTo>
                <a:lnTo>
                  <a:pt x="464" y="10395"/>
                </a:lnTo>
                <a:cubicBezTo>
                  <a:pt x="233" y="10429"/>
                  <a:pt x="57" y="10568"/>
                  <a:pt x="57" y="10734"/>
                </a:cubicBezTo>
                <a:lnTo>
                  <a:pt x="57" y="13326"/>
                </a:lnTo>
                <a:cubicBezTo>
                  <a:pt x="57" y="13518"/>
                  <a:pt x="290" y="13672"/>
                  <a:pt x="575" y="13672"/>
                </a:cubicBezTo>
                <a:lnTo>
                  <a:pt x="771" y="13672"/>
                </a:lnTo>
                <a:lnTo>
                  <a:pt x="117" y="14205"/>
                </a:lnTo>
                <a:cubicBezTo>
                  <a:pt x="10" y="14293"/>
                  <a:pt x="-27" y="14412"/>
                  <a:pt x="19" y="14521"/>
                </a:cubicBezTo>
                <a:lnTo>
                  <a:pt x="480" y="15614"/>
                </a:lnTo>
                <a:cubicBezTo>
                  <a:pt x="506" y="15676"/>
                  <a:pt x="590" y="15719"/>
                  <a:pt x="686" y="15719"/>
                </a:cubicBezTo>
                <a:lnTo>
                  <a:pt x="1020" y="15719"/>
                </a:lnTo>
                <a:cubicBezTo>
                  <a:pt x="1138" y="15719"/>
                  <a:pt x="1234" y="15655"/>
                  <a:pt x="1234" y="15576"/>
                </a:cubicBezTo>
                <a:lnTo>
                  <a:pt x="1234" y="14788"/>
                </a:lnTo>
                <a:cubicBezTo>
                  <a:pt x="1234" y="14591"/>
                  <a:pt x="1472" y="14431"/>
                  <a:pt x="1765" y="14431"/>
                </a:cubicBezTo>
                <a:cubicBezTo>
                  <a:pt x="2058" y="14431"/>
                  <a:pt x="2293" y="14591"/>
                  <a:pt x="2293" y="14788"/>
                </a:cubicBezTo>
                <a:lnTo>
                  <a:pt x="2293" y="15576"/>
                </a:lnTo>
                <a:cubicBezTo>
                  <a:pt x="2293" y="15655"/>
                  <a:pt x="2389" y="15719"/>
                  <a:pt x="2507" y="15719"/>
                </a:cubicBezTo>
                <a:lnTo>
                  <a:pt x="2842" y="15719"/>
                </a:lnTo>
                <a:cubicBezTo>
                  <a:pt x="2937" y="15719"/>
                  <a:pt x="3022" y="15676"/>
                  <a:pt x="3048" y="15614"/>
                </a:cubicBezTo>
                <a:lnTo>
                  <a:pt x="3508" y="14521"/>
                </a:lnTo>
                <a:cubicBezTo>
                  <a:pt x="3554" y="14412"/>
                  <a:pt x="3518" y="14293"/>
                  <a:pt x="3410" y="14205"/>
                </a:cubicBezTo>
                <a:lnTo>
                  <a:pt x="2756" y="13672"/>
                </a:lnTo>
                <a:lnTo>
                  <a:pt x="2952" y="13672"/>
                </a:lnTo>
                <a:cubicBezTo>
                  <a:pt x="3238" y="13672"/>
                  <a:pt x="3470" y="13518"/>
                  <a:pt x="3470" y="13326"/>
                </a:cubicBezTo>
                <a:lnTo>
                  <a:pt x="3470" y="10734"/>
                </a:lnTo>
                <a:cubicBezTo>
                  <a:pt x="3470" y="10568"/>
                  <a:pt x="3297" y="10429"/>
                  <a:pt x="3065" y="10395"/>
                </a:cubicBezTo>
                <a:lnTo>
                  <a:pt x="3065" y="9703"/>
                </a:lnTo>
                <a:cubicBezTo>
                  <a:pt x="3297" y="9669"/>
                  <a:pt x="3470" y="9530"/>
                  <a:pt x="3470" y="9364"/>
                </a:cubicBezTo>
                <a:lnTo>
                  <a:pt x="3470" y="7843"/>
                </a:lnTo>
                <a:lnTo>
                  <a:pt x="4102" y="7843"/>
                </a:lnTo>
                <a:lnTo>
                  <a:pt x="4102" y="13265"/>
                </a:lnTo>
                <a:cubicBezTo>
                  <a:pt x="4102" y="13490"/>
                  <a:pt x="4373" y="13672"/>
                  <a:pt x="4708" y="13672"/>
                </a:cubicBezTo>
                <a:lnTo>
                  <a:pt x="5367" y="13672"/>
                </a:lnTo>
                <a:lnTo>
                  <a:pt x="5367" y="19636"/>
                </a:lnTo>
                <a:cubicBezTo>
                  <a:pt x="5367" y="19764"/>
                  <a:pt x="5302" y="19890"/>
                  <a:pt x="5186" y="19992"/>
                </a:cubicBezTo>
                <a:lnTo>
                  <a:pt x="4326" y="20751"/>
                </a:lnTo>
                <a:cubicBezTo>
                  <a:pt x="4210" y="20853"/>
                  <a:pt x="4145" y="20979"/>
                  <a:pt x="4145" y="21107"/>
                </a:cubicBezTo>
                <a:lnTo>
                  <a:pt x="4145" y="21327"/>
                </a:lnTo>
                <a:cubicBezTo>
                  <a:pt x="4145" y="21477"/>
                  <a:pt x="4328" y="21600"/>
                  <a:pt x="4552" y="21600"/>
                </a:cubicBezTo>
                <a:lnTo>
                  <a:pt x="9040" y="21600"/>
                </a:lnTo>
                <a:cubicBezTo>
                  <a:pt x="9264" y="21600"/>
                  <a:pt x="9447" y="21477"/>
                  <a:pt x="9447" y="21327"/>
                </a:cubicBezTo>
                <a:lnTo>
                  <a:pt x="9447" y="13672"/>
                </a:lnTo>
                <a:lnTo>
                  <a:pt x="12099" y="13672"/>
                </a:lnTo>
                <a:lnTo>
                  <a:pt x="12099" y="21327"/>
                </a:lnTo>
                <a:cubicBezTo>
                  <a:pt x="12099" y="21477"/>
                  <a:pt x="12282" y="21600"/>
                  <a:pt x="12506" y="21600"/>
                </a:cubicBezTo>
                <a:lnTo>
                  <a:pt x="16994" y="21600"/>
                </a:lnTo>
                <a:cubicBezTo>
                  <a:pt x="17218" y="21600"/>
                  <a:pt x="17399" y="21477"/>
                  <a:pt x="17399" y="21327"/>
                </a:cubicBezTo>
                <a:lnTo>
                  <a:pt x="17399" y="21107"/>
                </a:lnTo>
                <a:cubicBezTo>
                  <a:pt x="17399" y="20979"/>
                  <a:pt x="17336" y="20853"/>
                  <a:pt x="17220" y="20751"/>
                </a:cubicBezTo>
                <a:lnTo>
                  <a:pt x="16357" y="19992"/>
                </a:lnTo>
                <a:cubicBezTo>
                  <a:pt x="16241" y="19890"/>
                  <a:pt x="16179" y="19764"/>
                  <a:pt x="16179" y="19636"/>
                </a:cubicBezTo>
                <a:lnTo>
                  <a:pt x="16179" y="13672"/>
                </a:lnTo>
                <a:lnTo>
                  <a:pt x="16838" y="13672"/>
                </a:lnTo>
                <a:cubicBezTo>
                  <a:pt x="17173" y="13672"/>
                  <a:pt x="17444" y="13490"/>
                  <a:pt x="17444" y="13265"/>
                </a:cubicBezTo>
                <a:lnTo>
                  <a:pt x="17444" y="7843"/>
                </a:lnTo>
                <a:lnTo>
                  <a:pt x="18075" y="7843"/>
                </a:lnTo>
                <a:lnTo>
                  <a:pt x="18075" y="9364"/>
                </a:lnTo>
                <a:cubicBezTo>
                  <a:pt x="18075" y="9530"/>
                  <a:pt x="18249" y="9669"/>
                  <a:pt x="18480" y="9703"/>
                </a:cubicBezTo>
                <a:lnTo>
                  <a:pt x="18480" y="10395"/>
                </a:lnTo>
                <a:cubicBezTo>
                  <a:pt x="18249" y="10429"/>
                  <a:pt x="18075" y="10568"/>
                  <a:pt x="18075" y="10734"/>
                </a:cubicBezTo>
                <a:lnTo>
                  <a:pt x="18075" y="13326"/>
                </a:lnTo>
                <a:cubicBezTo>
                  <a:pt x="18075" y="13518"/>
                  <a:pt x="18308" y="13672"/>
                  <a:pt x="18594" y="13672"/>
                </a:cubicBezTo>
                <a:lnTo>
                  <a:pt x="18790" y="13672"/>
                </a:lnTo>
                <a:lnTo>
                  <a:pt x="18136" y="14205"/>
                </a:lnTo>
                <a:cubicBezTo>
                  <a:pt x="18028" y="14293"/>
                  <a:pt x="17991" y="14412"/>
                  <a:pt x="18038" y="14521"/>
                </a:cubicBezTo>
                <a:lnTo>
                  <a:pt x="18498" y="15614"/>
                </a:lnTo>
                <a:cubicBezTo>
                  <a:pt x="18524" y="15676"/>
                  <a:pt x="18609" y="15719"/>
                  <a:pt x="18704" y="15719"/>
                </a:cubicBezTo>
                <a:lnTo>
                  <a:pt x="19039" y="15719"/>
                </a:lnTo>
                <a:cubicBezTo>
                  <a:pt x="19157" y="15719"/>
                  <a:pt x="19250" y="15655"/>
                  <a:pt x="19250" y="15576"/>
                </a:cubicBezTo>
                <a:lnTo>
                  <a:pt x="19250" y="14788"/>
                </a:lnTo>
                <a:cubicBezTo>
                  <a:pt x="19250" y="14591"/>
                  <a:pt x="19488" y="14431"/>
                  <a:pt x="19781" y="14431"/>
                </a:cubicBezTo>
                <a:cubicBezTo>
                  <a:pt x="20074" y="14431"/>
                  <a:pt x="20312" y="14591"/>
                  <a:pt x="20312" y="14788"/>
                </a:cubicBezTo>
                <a:lnTo>
                  <a:pt x="20312" y="15576"/>
                </a:lnTo>
                <a:cubicBezTo>
                  <a:pt x="20312" y="15655"/>
                  <a:pt x="20408" y="15719"/>
                  <a:pt x="20525" y="15719"/>
                </a:cubicBezTo>
                <a:lnTo>
                  <a:pt x="20860" y="15719"/>
                </a:lnTo>
                <a:cubicBezTo>
                  <a:pt x="20955" y="15719"/>
                  <a:pt x="21038" y="15676"/>
                  <a:pt x="21064" y="15614"/>
                </a:cubicBezTo>
                <a:lnTo>
                  <a:pt x="21527" y="14521"/>
                </a:lnTo>
                <a:cubicBezTo>
                  <a:pt x="21573" y="14412"/>
                  <a:pt x="21536" y="14293"/>
                  <a:pt x="21429" y="14205"/>
                </a:cubicBezTo>
                <a:lnTo>
                  <a:pt x="20775" y="13672"/>
                </a:lnTo>
                <a:lnTo>
                  <a:pt x="20971" y="13672"/>
                </a:lnTo>
                <a:cubicBezTo>
                  <a:pt x="21256" y="13672"/>
                  <a:pt x="21489" y="13518"/>
                  <a:pt x="21489" y="13326"/>
                </a:cubicBezTo>
                <a:lnTo>
                  <a:pt x="21489" y="10734"/>
                </a:lnTo>
                <a:cubicBezTo>
                  <a:pt x="21489" y="10568"/>
                  <a:pt x="21313" y="10429"/>
                  <a:pt x="21081" y="10395"/>
                </a:cubicBezTo>
                <a:lnTo>
                  <a:pt x="21081" y="9703"/>
                </a:lnTo>
                <a:cubicBezTo>
                  <a:pt x="21313" y="9669"/>
                  <a:pt x="21489" y="9530"/>
                  <a:pt x="21489" y="9364"/>
                </a:cubicBezTo>
                <a:lnTo>
                  <a:pt x="21489" y="5197"/>
                </a:lnTo>
                <a:cubicBezTo>
                  <a:pt x="21489" y="5006"/>
                  <a:pt x="21256" y="4850"/>
                  <a:pt x="20971" y="4850"/>
                </a:cubicBezTo>
                <a:lnTo>
                  <a:pt x="18594" y="4850"/>
                </a:lnTo>
                <a:cubicBezTo>
                  <a:pt x="18308" y="4850"/>
                  <a:pt x="18075" y="5006"/>
                  <a:pt x="18075" y="5197"/>
                </a:cubicBezTo>
                <a:lnTo>
                  <a:pt x="18075" y="5592"/>
                </a:lnTo>
                <a:lnTo>
                  <a:pt x="17444" y="5592"/>
                </a:lnTo>
                <a:lnTo>
                  <a:pt x="17444" y="4455"/>
                </a:lnTo>
                <a:cubicBezTo>
                  <a:pt x="17444" y="4230"/>
                  <a:pt x="17173" y="4048"/>
                  <a:pt x="16838" y="4048"/>
                </a:cubicBezTo>
                <a:lnTo>
                  <a:pt x="14503" y="4048"/>
                </a:lnTo>
                <a:lnTo>
                  <a:pt x="14503" y="2779"/>
                </a:lnTo>
                <a:cubicBezTo>
                  <a:pt x="14503" y="2688"/>
                  <a:pt x="14614" y="2614"/>
                  <a:pt x="14750" y="2614"/>
                </a:cubicBezTo>
                <a:lnTo>
                  <a:pt x="15102" y="2614"/>
                </a:lnTo>
                <a:cubicBezTo>
                  <a:pt x="15238" y="2614"/>
                  <a:pt x="15349" y="2541"/>
                  <a:pt x="15349" y="2450"/>
                </a:cubicBezTo>
                <a:lnTo>
                  <a:pt x="15349" y="1600"/>
                </a:lnTo>
                <a:cubicBezTo>
                  <a:pt x="15349" y="1509"/>
                  <a:pt x="15238" y="1434"/>
                  <a:pt x="15102" y="1434"/>
                </a:cubicBezTo>
                <a:lnTo>
                  <a:pt x="14750" y="1434"/>
                </a:lnTo>
                <a:cubicBezTo>
                  <a:pt x="14614" y="1434"/>
                  <a:pt x="14503" y="1360"/>
                  <a:pt x="14503" y="1269"/>
                </a:cubicBezTo>
                <a:lnTo>
                  <a:pt x="14503" y="398"/>
                </a:lnTo>
                <a:cubicBezTo>
                  <a:pt x="14503" y="178"/>
                  <a:pt x="14238" y="0"/>
                  <a:pt x="13910" y="0"/>
                </a:cubicBezTo>
                <a:lnTo>
                  <a:pt x="7636" y="0"/>
                </a:lnTo>
                <a:close/>
                <a:moveTo>
                  <a:pt x="9228" y="1434"/>
                </a:moveTo>
                <a:cubicBezTo>
                  <a:pt x="9713" y="1434"/>
                  <a:pt x="10106" y="1700"/>
                  <a:pt x="10106" y="2025"/>
                </a:cubicBezTo>
                <a:cubicBezTo>
                  <a:pt x="10106" y="2350"/>
                  <a:pt x="9713" y="2614"/>
                  <a:pt x="9228" y="2614"/>
                </a:cubicBezTo>
                <a:cubicBezTo>
                  <a:pt x="8743" y="2614"/>
                  <a:pt x="8351" y="2350"/>
                  <a:pt x="8351" y="2025"/>
                </a:cubicBezTo>
                <a:cubicBezTo>
                  <a:pt x="8351" y="1700"/>
                  <a:pt x="8743" y="1434"/>
                  <a:pt x="9228" y="1434"/>
                </a:cubicBezTo>
                <a:close/>
                <a:moveTo>
                  <a:pt x="12317" y="1434"/>
                </a:moveTo>
                <a:cubicBezTo>
                  <a:pt x="12802" y="1434"/>
                  <a:pt x="13195" y="1700"/>
                  <a:pt x="13195" y="2025"/>
                </a:cubicBezTo>
                <a:cubicBezTo>
                  <a:pt x="13195" y="2350"/>
                  <a:pt x="12802" y="2614"/>
                  <a:pt x="12317" y="2614"/>
                </a:cubicBezTo>
                <a:cubicBezTo>
                  <a:pt x="11832" y="2614"/>
                  <a:pt x="11440" y="2350"/>
                  <a:pt x="11440" y="2025"/>
                </a:cubicBezTo>
                <a:cubicBezTo>
                  <a:pt x="11440" y="1700"/>
                  <a:pt x="11832" y="1434"/>
                  <a:pt x="12317" y="1434"/>
                </a:cubicBezTo>
                <a:close/>
                <a:moveTo>
                  <a:pt x="8091" y="5474"/>
                </a:moveTo>
                <a:lnTo>
                  <a:pt x="13454" y="5474"/>
                </a:lnTo>
                <a:lnTo>
                  <a:pt x="13454" y="7795"/>
                </a:lnTo>
                <a:lnTo>
                  <a:pt x="8091" y="7795"/>
                </a:lnTo>
                <a:lnTo>
                  <a:pt x="8091" y="5474"/>
                </a:lnTo>
                <a:close/>
                <a:moveTo>
                  <a:pt x="8688" y="8716"/>
                </a:moveTo>
                <a:cubicBezTo>
                  <a:pt x="9016" y="8716"/>
                  <a:pt x="9281" y="8895"/>
                  <a:pt x="9281" y="9116"/>
                </a:cubicBezTo>
                <a:cubicBezTo>
                  <a:pt x="9281" y="9336"/>
                  <a:pt x="9016" y="9514"/>
                  <a:pt x="8688" y="9514"/>
                </a:cubicBezTo>
                <a:cubicBezTo>
                  <a:pt x="8359" y="9514"/>
                  <a:pt x="8091" y="9336"/>
                  <a:pt x="8091" y="9116"/>
                </a:cubicBezTo>
                <a:cubicBezTo>
                  <a:pt x="8091" y="8895"/>
                  <a:pt x="8359" y="8716"/>
                  <a:pt x="8688" y="8716"/>
                </a:cubicBezTo>
                <a:close/>
                <a:moveTo>
                  <a:pt x="10773" y="8716"/>
                </a:moveTo>
                <a:cubicBezTo>
                  <a:pt x="11102" y="8716"/>
                  <a:pt x="11369" y="8895"/>
                  <a:pt x="11369" y="9116"/>
                </a:cubicBezTo>
                <a:cubicBezTo>
                  <a:pt x="11369" y="9336"/>
                  <a:pt x="11102" y="9514"/>
                  <a:pt x="10773" y="9514"/>
                </a:cubicBezTo>
                <a:cubicBezTo>
                  <a:pt x="10444" y="9514"/>
                  <a:pt x="10177" y="9336"/>
                  <a:pt x="10177" y="9116"/>
                </a:cubicBezTo>
                <a:cubicBezTo>
                  <a:pt x="10177" y="8895"/>
                  <a:pt x="10444" y="8716"/>
                  <a:pt x="10773" y="8716"/>
                </a:cubicBezTo>
                <a:close/>
                <a:moveTo>
                  <a:pt x="12858" y="8716"/>
                </a:moveTo>
                <a:cubicBezTo>
                  <a:pt x="13187" y="8716"/>
                  <a:pt x="13454" y="8895"/>
                  <a:pt x="13454" y="9116"/>
                </a:cubicBezTo>
                <a:cubicBezTo>
                  <a:pt x="13454" y="9336"/>
                  <a:pt x="13187" y="9514"/>
                  <a:pt x="12858" y="9514"/>
                </a:cubicBezTo>
                <a:cubicBezTo>
                  <a:pt x="12530" y="9514"/>
                  <a:pt x="12265" y="9336"/>
                  <a:pt x="12265" y="9116"/>
                </a:cubicBezTo>
                <a:cubicBezTo>
                  <a:pt x="12265" y="8895"/>
                  <a:pt x="12530" y="8716"/>
                  <a:pt x="12858" y="8716"/>
                </a:cubicBezTo>
                <a:close/>
                <a:moveTo>
                  <a:pt x="10773" y="10277"/>
                </a:moveTo>
                <a:cubicBezTo>
                  <a:pt x="11801" y="10277"/>
                  <a:pt x="12768" y="10545"/>
                  <a:pt x="13495" y="11033"/>
                </a:cubicBezTo>
                <a:lnTo>
                  <a:pt x="11917" y="12093"/>
                </a:lnTo>
                <a:cubicBezTo>
                  <a:pt x="11612" y="11888"/>
                  <a:pt x="11205" y="11774"/>
                  <a:pt x="10773" y="11774"/>
                </a:cubicBezTo>
                <a:cubicBezTo>
                  <a:pt x="10341" y="11774"/>
                  <a:pt x="9934" y="11888"/>
                  <a:pt x="9628" y="12093"/>
                </a:cubicBezTo>
                <a:lnTo>
                  <a:pt x="8051" y="11033"/>
                </a:lnTo>
                <a:cubicBezTo>
                  <a:pt x="8778" y="10545"/>
                  <a:pt x="9745" y="10277"/>
                  <a:pt x="10773" y="10277"/>
                </a:cubicBezTo>
                <a:close/>
              </a:path>
            </a:pathLst>
          </a:custGeom>
          <a:solidFill>
            <a:schemeClr val="accent2">
              <a:satOff val="-29896"/>
              <a:lumOff val="-1297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pic>
        <p:nvPicPr>
          <p:cNvPr id="420" name="Rectangle Rectangle" descr="Rectangle Rectangle"/>
          <p:cNvPicPr>
            <a:picLocks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6650485" y="6195883"/>
            <a:ext cx="1020675" cy="1310649"/>
          </a:xfrm>
          <a:prstGeom prst="rect">
            <a:avLst/>
          </a:prstGeom>
        </p:spPr>
      </p:pic>
      <p:sp>
        <p:nvSpPr>
          <p:cNvPr id="422" name="Robot"/>
          <p:cNvSpPr/>
          <p:nvPr/>
        </p:nvSpPr>
        <p:spPr>
          <a:xfrm>
            <a:off x="16823746" y="6336412"/>
            <a:ext cx="644901" cy="9637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extrusionOk="0">
                <a:moveTo>
                  <a:pt x="7636" y="0"/>
                </a:moveTo>
                <a:cubicBezTo>
                  <a:pt x="7308" y="0"/>
                  <a:pt x="7042" y="178"/>
                  <a:pt x="7042" y="398"/>
                </a:cubicBezTo>
                <a:lnTo>
                  <a:pt x="7042" y="1269"/>
                </a:lnTo>
                <a:cubicBezTo>
                  <a:pt x="7042" y="1360"/>
                  <a:pt x="6932" y="1434"/>
                  <a:pt x="6796" y="1434"/>
                </a:cubicBezTo>
                <a:lnTo>
                  <a:pt x="6444" y="1434"/>
                </a:lnTo>
                <a:cubicBezTo>
                  <a:pt x="6308" y="1434"/>
                  <a:pt x="6197" y="1509"/>
                  <a:pt x="6197" y="1600"/>
                </a:cubicBezTo>
                <a:lnTo>
                  <a:pt x="6197" y="2450"/>
                </a:lnTo>
                <a:cubicBezTo>
                  <a:pt x="6197" y="2541"/>
                  <a:pt x="6308" y="2614"/>
                  <a:pt x="6444" y="2614"/>
                </a:cubicBezTo>
                <a:lnTo>
                  <a:pt x="6796" y="2614"/>
                </a:lnTo>
                <a:cubicBezTo>
                  <a:pt x="6932" y="2614"/>
                  <a:pt x="7042" y="2688"/>
                  <a:pt x="7042" y="2779"/>
                </a:cubicBezTo>
                <a:lnTo>
                  <a:pt x="7042" y="4048"/>
                </a:lnTo>
                <a:lnTo>
                  <a:pt x="4708" y="4048"/>
                </a:lnTo>
                <a:cubicBezTo>
                  <a:pt x="4373" y="4048"/>
                  <a:pt x="4102" y="4230"/>
                  <a:pt x="4102" y="4455"/>
                </a:cubicBezTo>
                <a:lnTo>
                  <a:pt x="4102" y="5592"/>
                </a:lnTo>
                <a:lnTo>
                  <a:pt x="3470" y="5592"/>
                </a:lnTo>
                <a:lnTo>
                  <a:pt x="3470" y="5197"/>
                </a:lnTo>
                <a:cubicBezTo>
                  <a:pt x="3470" y="5006"/>
                  <a:pt x="3238" y="4850"/>
                  <a:pt x="2952" y="4850"/>
                </a:cubicBezTo>
                <a:lnTo>
                  <a:pt x="575" y="4850"/>
                </a:lnTo>
                <a:cubicBezTo>
                  <a:pt x="289" y="4850"/>
                  <a:pt x="57" y="5006"/>
                  <a:pt x="57" y="5197"/>
                </a:cubicBezTo>
                <a:lnTo>
                  <a:pt x="57" y="9364"/>
                </a:lnTo>
                <a:cubicBezTo>
                  <a:pt x="57" y="9530"/>
                  <a:pt x="233" y="9669"/>
                  <a:pt x="464" y="9703"/>
                </a:cubicBezTo>
                <a:lnTo>
                  <a:pt x="464" y="10395"/>
                </a:lnTo>
                <a:cubicBezTo>
                  <a:pt x="233" y="10429"/>
                  <a:pt x="57" y="10568"/>
                  <a:pt x="57" y="10734"/>
                </a:cubicBezTo>
                <a:lnTo>
                  <a:pt x="57" y="13326"/>
                </a:lnTo>
                <a:cubicBezTo>
                  <a:pt x="57" y="13518"/>
                  <a:pt x="290" y="13672"/>
                  <a:pt x="575" y="13672"/>
                </a:cubicBezTo>
                <a:lnTo>
                  <a:pt x="771" y="13672"/>
                </a:lnTo>
                <a:lnTo>
                  <a:pt x="117" y="14205"/>
                </a:lnTo>
                <a:cubicBezTo>
                  <a:pt x="10" y="14293"/>
                  <a:pt x="-27" y="14412"/>
                  <a:pt x="19" y="14521"/>
                </a:cubicBezTo>
                <a:lnTo>
                  <a:pt x="480" y="15614"/>
                </a:lnTo>
                <a:cubicBezTo>
                  <a:pt x="506" y="15676"/>
                  <a:pt x="590" y="15719"/>
                  <a:pt x="686" y="15719"/>
                </a:cubicBezTo>
                <a:lnTo>
                  <a:pt x="1020" y="15719"/>
                </a:lnTo>
                <a:cubicBezTo>
                  <a:pt x="1138" y="15719"/>
                  <a:pt x="1234" y="15655"/>
                  <a:pt x="1234" y="15576"/>
                </a:cubicBezTo>
                <a:lnTo>
                  <a:pt x="1234" y="14788"/>
                </a:lnTo>
                <a:cubicBezTo>
                  <a:pt x="1234" y="14591"/>
                  <a:pt x="1472" y="14431"/>
                  <a:pt x="1765" y="14431"/>
                </a:cubicBezTo>
                <a:cubicBezTo>
                  <a:pt x="2058" y="14431"/>
                  <a:pt x="2293" y="14591"/>
                  <a:pt x="2293" y="14788"/>
                </a:cubicBezTo>
                <a:lnTo>
                  <a:pt x="2293" y="15576"/>
                </a:lnTo>
                <a:cubicBezTo>
                  <a:pt x="2293" y="15655"/>
                  <a:pt x="2389" y="15719"/>
                  <a:pt x="2507" y="15719"/>
                </a:cubicBezTo>
                <a:lnTo>
                  <a:pt x="2842" y="15719"/>
                </a:lnTo>
                <a:cubicBezTo>
                  <a:pt x="2937" y="15719"/>
                  <a:pt x="3022" y="15676"/>
                  <a:pt x="3048" y="15614"/>
                </a:cubicBezTo>
                <a:lnTo>
                  <a:pt x="3508" y="14521"/>
                </a:lnTo>
                <a:cubicBezTo>
                  <a:pt x="3554" y="14412"/>
                  <a:pt x="3518" y="14293"/>
                  <a:pt x="3410" y="14205"/>
                </a:cubicBezTo>
                <a:lnTo>
                  <a:pt x="2756" y="13672"/>
                </a:lnTo>
                <a:lnTo>
                  <a:pt x="2952" y="13672"/>
                </a:lnTo>
                <a:cubicBezTo>
                  <a:pt x="3238" y="13672"/>
                  <a:pt x="3470" y="13518"/>
                  <a:pt x="3470" y="13326"/>
                </a:cubicBezTo>
                <a:lnTo>
                  <a:pt x="3470" y="10734"/>
                </a:lnTo>
                <a:cubicBezTo>
                  <a:pt x="3470" y="10568"/>
                  <a:pt x="3297" y="10429"/>
                  <a:pt x="3065" y="10395"/>
                </a:cubicBezTo>
                <a:lnTo>
                  <a:pt x="3065" y="9703"/>
                </a:lnTo>
                <a:cubicBezTo>
                  <a:pt x="3297" y="9669"/>
                  <a:pt x="3470" y="9530"/>
                  <a:pt x="3470" y="9364"/>
                </a:cubicBezTo>
                <a:lnTo>
                  <a:pt x="3470" y="7843"/>
                </a:lnTo>
                <a:lnTo>
                  <a:pt x="4102" y="7843"/>
                </a:lnTo>
                <a:lnTo>
                  <a:pt x="4102" y="13265"/>
                </a:lnTo>
                <a:cubicBezTo>
                  <a:pt x="4102" y="13490"/>
                  <a:pt x="4373" y="13672"/>
                  <a:pt x="4708" y="13672"/>
                </a:cubicBezTo>
                <a:lnTo>
                  <a:pt x="5367" y="13672"/>
                </a:lnTo>
                <a:lnTo>
                  <a:pt x="5367" y="19636"/>
                </a:lnTo>
                <a:cubicBezTo>
                  <a:pt x="5367" y="19764"/>
                  <a:pt x="5302" y="19890"/>
                  <a:pt x="5186" y="19992"/>
                </a:cubicBezTo>
                <a:lnTo>
                  <a:pt x="4326" y="20751"/>
                </a:lnTo>
                <a:cubicBezTo>
                  <a:pt x="4210" y="20853"/>
                  <a:pt x="4145" y="20979"/>
                  <a:pt x="4145" y="21107"/>
                </a:cubicBezTo>
                <a:lnTo>
                  <a:pt x="4145" y="21327"/>
                </a:lnTo>
                <a:cubicBezTo>
                  <a:pt x="4145" y="21477"/>
                  <a:pt x="4328" y="21600"/>
                  <a:pt x="4552" y="21600"/>
                </a:cubicBezTo>
                <a:lnTo>
                  <a:pt x="9040" y="21600"/>
                </a:lnTo>
                <a:cubicBezTo>
                  <a:pt x="9264" y="21600"/>
                  <a:pt x="9447" y="21477"/>
                  <a:pt x="9447" y="21327"/>
                </a:cubicBezTo>
                <a:lnTo>
                  <a:pt x="9447" y="13672"/>
                </a:lnTo>
                <a:lnTo>
                  <a:pt x="12099" y="13672"/>
                </a:lnTo>
                <a:lnTo>
                  <a:pt x="12099" y="21327"/>
                </a:lnTo>
                <a:cubicBezTo>
                  <a:pt x="12099" y="21477"/>
                  <a:pt x="12282" y="21600"/>
                  <a:pt x="12506" y="21600"/>
                </a:cubicBezTo>
                <a:lnTo>
                  <a:pt x="16994" y="21600"/>
                </a:lnTo>
                <a:cubicBezTo>
                  <a:pt x="17218" y="21600"/>
                  <a:pt x="17399" y="21477"/>
                  <a:pt x="17399" y="21327"/>
                </a:cubicBezTo>
                <a:lnTo>
                  <a:pt x="17399" y="21107"/>
                </a:lnTo>
                <a:cubicBezTo>
                  <a:pt x="17399" y="20979"/>
                  <a:pt x="17336" y="20853"/>
                  <a:pt x="17220" y="20751"/>
                </a:cubicBezTo>
                <a:lnTo>
                  <a:pt x="16357" y="19992"/>
                </a:lnTo>
                <a:cubicBezTo>
                  <a:pt x="16241" y="19890"/>
                  <a:pt x="16179" y="19764"/>
                  <a:pt x="16179" y="19636"/>
                </a:cubicBezTo>
                <a:lnTo>
                  <a:pt x="16179" y="13672"/>
                </a:lnTo>
                <a:lnTo>
                  <a:pt x="16838" y="13672"/>
                </a:lnTo>
                <a:cubicBezTo>
                  <a:pt x="17173" y="13672"/>
                  <a:pt x="17444" y="13490"/>
                  <a:pt x="17444" y="13265"/>
                </a:cubicBezTo>
                <a:lnTo>
                  <a:pt x="17444" y="7843"/>
                </a:lnTo>
                <a:lnTo>
                  <a:pt x="18075" y="7843"/>
                </a:lnTo>
                <a:lnTo>
                  <a:pt x="18075" y="9364"/>
                </a:lnTo>
                <a:cubicBezTo>
                  <a:pt x="18075" y="9530"/>
                  <a:pt x="18249" y="9669"/>
                  <a:pt x="18480" y="9703"/>
                </a:cubicBezTo>
                <a:lnTo>
                  <a:pt x="18480" y="10395"/>
                </a:lnTo>
                <a:cubicBezTo>
                  <a:pt x="18249" y="10429"/>
                  <a:pt x="18075" y="10568"/>
                  <a:pt x="18075" y="10734"/>
                </a:cubicBezTo>
                <a:lnTo>
                  <a:pt x="18075" y="13326"/>
                </a:lnTo>
                <a:cubicBezTo>
                  <a:pt x="18075" y="13518"/>
                  <a:pt x="18308" y="13672"/>
                  <a:pt x="18594" y="13672"/>
                </a:cubicBezTo>
                <a:lnTo>
                  <a:pt x="18790" y="13672"/>
                </a:lnTo>
                <a:lnTo>
                  <a:pt x="18136" y="14205"/>
                </a:lnTo>
                <a:cubicBezTo>
                  <a:pt x="18028" y="14293"/>
                  <a:pt x="17991" y="14412"/>
                  <a:pt x="18038" y="14521"/>
                </a:cubicBezTo>
                <a:lnTo>
                  <a:pt x="18498" y="15614"/>
                </a:lnTo>
                <a:cubicBezTo>
                  <a:pt x="18524" y="15676"/>
                  <a:pt x="18609" y="15719"/>
                  <a:pt x="18704" y="15719"/>
                </a:cubicBezTo>
                <a:lnTo>
                  <a:pt x="19039" y="15719"/>
                </a:lnTo>
                <a:cubicBezTo>
                  <a:pt x="19157" y="15719"/>
                  <a:pt x="19250" y="15655"/>
                  <a:pt x="19250" y="15576"/>
                </a:cubicBezTo>
                <a:lnTo>
                  <a:pt x="19250" y="14788"/>
                </a:lnTo>
                <a:cubicBezTo>
                  <a:pt x="19250" y="14591"/>
                  <a:pt x="19488" y="14431"/>
                  <a:pt x="19781" y="14431"/>
                </a:cubicBezTo>
                <a:cubicBezTo>
                  <a:pt x="20074" y="14431"/>
                  <a:pt x="20312" y="14591"/>
                  <a:pt x="20312" y="14788"/>
                </a:cubicBezTo>
                <a:lnTo>
                  <a:pt x="20312" y="15576"/>
                </a:lnTo>
                <a:cubicBezTo>
                  <a:pt x="20312" y="15655"/>
                  <a:pt x="20408" y="15719"/>
                  <a:pt x="20525" y="15719"/>
                </a:cubicBezTo>
                <a:lnTo>
                  <a:pt x="20860" y="15719"/>
                </a:lnTo>
                <a:cubicBezTo>
                  <a:pt x="20955" y="15719"/>
                  <a:pt x="21038" y="15676"/>
                  <a:pt x="21064" y="15614"/>
                </a:cubicBezTo>
                <a:lnTo>
                  <a:pt x="21527" y="14521"/>
                </a:lnTo>
                <a:cubicBezTo>
                  <a:pt x="21573" y="14412"/>
                  <a:pt x="21536" y="14293"/>
                  <a:pt x="21429" y="14205"/>
                </a:cubicBezTo>
                <a:lnTo>
                  <a:pt x="20775" y="13672"/>
                </a:lnTo>
                <a:lnTo>
                  <a:pt x="20971" y="13672"/>
                </a:lnTo>
                <a:cubicBezTo>
                  <a:pt x="21256" y="13672"/>
                  <a:pt x="21489" y="13518"/>
                  <a:pt x="21489" y="13326"/>
                </a:cubicBezTo>
                <a:lnTo>
                  <a:pt x="21489" y="10734"/>
                </a:lnTo>
                <a:cubicBezTo>
                  <a:pt x="21489" y="10568"/>
                  <a:pt x="21313" y="10429"/>
                  <a:pt x="21081" y="10395"/>
                </a:cubicBezTo>
                <a:lnTo>
                  <a:pt x="21081" y="9703"/>
                </a:lnTo>
                <a:cubicBezTo>
                  <a:pt x="21313" y="9669"/>
                  <a:pt x="21489" y="9530"/>
                  <a:pt x="21489" y="9364"/>
                </a:cubicBezTo>
                <a:lnTo>
                  <a:pt x="21489" y="5197"/>
                </a:lnTo>
                <a:cubicBezTo>
                  <a:pt x="21489" y="5006"/>
                  <a:pt x="21256" y="4850"/>
                  <a:pt x="20971" y="4850"/>
                </a:cubicBezTo>
                <a:lnTo>
                  <a:pt x="18594" y="4850"/>
                </a:lnTo>
                <a:cubicBezTo>
                  <a:pt x="18308" y="4850"/>
                  <a:pt x="18075" y="5006"/>
                  <a:pt x="18075" y="5197"/>
                </a:cubicBezTo>
                <a:lnTo>
                  <a:pt x="18075" y="5592"/>
                </a:lnTo>
                <a:lnTo>
                  <a:pt x="17444" y="5592"/>
                </a:lnTo>
                <a:lnTo>
                  <a:pt x="17444" y="4455"/>
                </a:lnTo>
                <a:cubicBezTo>
                  <a:pt x="17444" y="4230"/>
                  <a:pt x="17173" y="4048"/>
                  <a:pt x="16838" y="4048"/>
                </a:cubicBezTo>
                <a:lnTo>
                  <a:pt x="14503" y="4048"/>
                </a:lnTo>
                <a:lnTo>
                  <a:pt x="14503" y="2779"/>
                </a:lnTo>
                <a:cubicBezTo>
                  <a:pt x="14503" y="2688"/>
                  <a:pt x="14614" y="2614"/>
                  <a:pt x="14750" y="2614"/>
                </a:cubicBezTo>
                <a:lnTo>
                  <a:pt x="15102" y="2614"/>
                </a:lnTo>
                <a:cubicBezTo>
                  <a:pt x="15238" y="2614"/>
                  <a:pt x="15349" y="2541"/>
                  <a:pt x="15349" y="2450"/>
                </a:cubicBezTo>
                <a:lnTo>
                  <a:pt x="15349" y="1600"/>
                </a:lnTo>
                <a:cubicBezTo>
                  <a:pt x="15349" y="1509"/>
                  <a:pt x="15238" y="1434"/>
                  <a:pt x="15102" y="1434"/>
                </a:cubicBezTo>
                <a:lnTo>
                  <a:pt x="14750" y="1434"/>
                </a:lnTo>
                <a:cubicBezTo>
                  <a:pt x="14614" y="1434"/>
                  <a:pt x="14503" y="1360"/>
                  <a:pt x="14503" y="1269"/>
                </a:cubicBezTo>
                <a:lnTo>
                  <a:pt x="14503" y="398"/>
                </a:lnTo>
                <a:cubicBezTo>
                  <a:pt x="14503" y="178"/>
                  <a:pt x="14238" y="0"/>
                  <a:pt x="13910" y="0"/>
                </a:cubicBezTo>
                <a:lnTo>
                  <a:pt x="7636" y="0"/>
                </a:lnTo>
                <a:close/>
                <a:moveTo>
                  <a:pt x="9228" y="1434"/>
                </a:moveTo>
                <a:cubicBezTo>
                  <a:pt x="9713" y="1434"/>
                  <a:pt x="10106" y="1700"/>
                  <a:pt x="10106" y="2025"/>
                </a:cubicBezTo>
                <a:cubicBezTo>
                  <a:pt x="10106" y="2350"/>
                  <a:pt x="9713" y="2614"/>
                  <a:pt x="9228" y="2614"/>
                </a:cubicBezTo>
                <a:cubicBezTo>
                  <a:pt x="8743" y="2614"/>
                  <a:pt x="8351" y="2350"/>
                  <a:pt x="8351" y="2025"/>
                </a:cubicBezTo>
                <a:cubicBezTo>
                  <a:pt x="8351" y="1700"/>
                  <a:pt x="8743" y="1434"/>
                  <a:pt x="9228" y="1434"/>
                </a:cubicBezTo>
                <a:close/>
                <a:moveTo>
                  <a:pt x="12317" y="1434"/>
                </a:moveTo>
                <a:cubicBezTo>
                  <a:pt x="12802" y="1434"/>
                  <a:pt x="13195" y="1700"/>
                  <a:pt x="13195" y="2025"/>
                </a:cubicBezTo>
                <a:cubicBezTo>
                  <a:pt x="13195" y="2350"/>
                  <a:pt x="12802" y="2614"/>
                  <a:pt x="12317" y="2614"/>
                </a:cubicBezTo>
                <a:cubicBezTo>
                  <a:pt x="11832" y="2614"/>
                  <a:pt x="11440" y="2350"/>
                  <a:pt x="11440" y="2025"/>
                </a:cubicBezTo>
                <a:cubicBezTo>
                  <a:pt x="11440" y="1700"/>
                  <a:pt x="11832" y="1434"/>
                  <a:pt x="12317" y="1434"/>
                </a:cubicBezTo>
                <a:close/>
                <a:moveTo>
                  <a:pt x="8091" y="5474"/>
                </a:moveTo>
                <a:lnTo>
                  <a:pt x="13454" y="5474"/>
                </a:lnTo>
                <a:lnTo>
                  <a:pt x="13454" y="7795"/>
                </a:lnTo>
                <a:lnTo>
                  <a:pt x="8091" y="7795"/>
                </a:lnTo>
                <a:lnTo>
                  <a:pt x="8091" y="5474"/>
                </a:lnTo>
                <a:close/>
                <a:moveTo>
                  <a:pt x="8688" y="8716"/>
                </a:moveTo>
                <a:cubicBezTo>
                  <a:pt x="9016" y="8716"/>
                  <a:pt x="9281" y="8895"/>
                  <a:pt x="9281" y="9116"/>
                </a:cubicBezTo>
                <a:cubicBezTo>
                  <a:pt x="9281" y="9336"/>
                  <a:pt x="9016" y="9514"/>
                  <a:pt x="8688" y="9514"/>
                </a:cubicBezTo>
                <a:cubicBezTo>
                  <a:pt x="8359" y="9514"/>
                  <a:pt x="8091" y="9336"/>
                  <a:pt x="8091" y="9116"/>
                </a:cubicBezTo>
                <a:cubicBezTo>
                  <a:pt x="8091" y="8895"/>
                  <a:pt x="8359" y="8716"/>
                  <a:pt x="8688" y="8716"/>
                </a:cubicBezTo>
                <a:close/>
                <a:moveTo>
                  <a:pt x="10773" y="8716"/>
                </a:moveTo>
                <a:cubicBezTo>
                  <a:pt x="11102" y="8716"/>
                  <a:pt x="11369" y="8895"/>
                  <a:pt x="11369" y="9116"/>
                </a:cubicBezTo>
                <a:cubicBezTo>
                  <a:pt x="11369" y="9336"/>
                  <a:pt x="11102" y="9514"/>
                  <a:pt x="10773" y="9514"/>
                </a:cubicBezTo>
                <a:cubicBezTo>
                  <a:pt x="10444" y="9514"/>
                  <a:pt x="10177" y="9336"/>
                  <a:pt x="10177" y="9116"/>
                </a:cubicBezTo>
                <a:cubicBezTo>
                  <a:pt x="10177" y="8895"/>
                  <a:pt x="10444" y="8716"/>
                  <a:pt x="10773" y="8716"/>
                </a:cubicBezTo>
                <a:close/>
                <a:moveTo>
                  <a:pt x="12858" y="8716"/>
                </a:moveTo>
                <a:cubicBezTo>
                  <a:pt x="13187" y="8716"/>
                  <a:pt x="13454" y="8895"/>
                  <a:pt x="13454" y="9116"/>
                </a:cubicBezTo>
                <a:cubicBezTo>
                  <a:pt x="13454" y="9336"/>
                  <a:pt x="13187" y="9514"/>
                  <a:pt x="12858" y="9514"/>
                </a:cubicBezTo>
                <a:cubicBezTo>
                  <a:pt x="12530" y="9514"/>
                  <a:pt x="12265" y="9336"/>
                  <a:pt x="12265" y="9116"/>
                </a:cubicBezTo>
                <a:cubicBezTo>
                  <a:pt x="12265" y="8895"/>
                  <a:pt x="12530" y="8716"/>
                  <a:pt x="12858" y="8716"/>
                </a:cubicBezTo>
                <a:close/>
                <a:moveTo>
                  <a:pt x="10773" y="10277"/>
                </a:moveTo>
                <a:cubicBezTo>
                  <a:pt x="11801" y="10277"/>
                  <a:pt x="12768" y="10545"/>
                  <a:pt x="13495" y="11033"/>
                </a:cubicBezTo>
                <a:lnTo>
                  <a:pt x="11917" y="12093"/>
                </a:lnTo>
                <a:cubicBezTo>
                  <a:pt x="11612" y="11888"/>
                  <a:pt x="11205" y="11774"/>
                  <a:pt x="10773" y="11774"/>
                </a:cubicBezTo>
                <a:cubicBezTo>
                  <a:pt x="10341" y="11774"/>
                  <a:pt x="9934" y="11888"/>
                  <a:pt x="9628" y="12093"/>
                </a:cubicBezTo>
                <a:lnTo>
                  <a:pt x="8051" y="11033"/>
                </a:lnTo>
                <a:cubicBezTo>
                  <a:pt x="8778" y="10545"/>
                  <a:pt x="9745" y="10277"/>
                  <a:pt x="10773" y="10277"/>
                </a:cubicBezTo>
                <a:close/>
              </a:path>
            </a:pathLst>
          </a:custGeom>
          <a:solidFill>
            <a:schemeClr val="accent2">
              <a:satOff val="-29896"/>
              <a:lumOff val="-1297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/>
            </a:pPr>
            <a:endParaRPr/>
          </a:p>
        </p:txBody>
      </p:sp>
      <p:sp>
        <p:nvSpPr>
          <p:cNvPr id="45" name="Query">
            <a:extLst>
              <a:ext uri="{FF2B5EF4-FFF2-40B4-BE49-F238E27FC236}">
                <a16:creationId xmlns:a16="http://schemas.microsoft.com/office/drawing/2014/main" id="{41502D50-9772-4B1D-B89E-424BB8074EE0}"/>
              </a:ext>
            </a:extLst>
          </p:cNvPr>
          <p:cNvSpPr txBox="1"/>
          <p:nvPr/>
        </p:nvSpPr>
        <p:spPr>
          <a:xfrm>
            <a:off x="3592514" y="5142374"/>
            <a:ext cx="3825858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File Upload or </a:t>
            </a:r>
            <a:r>
              <a:rPr dirty="0"/>
              <a:t>Query</a:t>
            </a:r>
          </a:p>
        </p:txBody>
      </p:sp>
      <p:sp>
        <p:nvSpPr>
          <p:cNvPr id="46" name="Rectangle">
            <a:extLst>
              <a:ext uri="{FF2B5EF4-FFF2-40B4-BE49-F238E27FC236}">
                <a16:creationId xmlns:a16="http://schemas.microsoft.com/office/drawing/2014/main" id="{5BB6FCEF-394D-4882-B43D-4B222F23FC35}"/>
              </a:ext>
            </a:extLst>
          </p:cNvPr>
          <p:cNvSpPr/>
          <p:nvPr/>
        </p:nvSpPr>
        <p:spPr>
          <a:xfrm>
            <a:off x="14076095" y="8335561"/>
            <a:ext cx="3779902" cy="30277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96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47" name="Tools">
            <a:extLst>
              <a:ext uri="{FF2B5EF4-FFF2-40B4-BE49-F238E27FC236}">
                <a16:creationId xmlns:a16="http://schemas.microsoft.com/office/drawing/2014/main" id="{EA82F3C1-91A7-43CF-8378-7D0472FE4427}"/>
              </a:ext>
            </a:extLst>
          </p:cNvPr>
          <p:cNvSpPr txBox="1"/>
          <p:nvPr/>
        </p:nvSpPr>
        <p:spPr>
          <a:xfrm>
            <a:off x="14088795" y="8334037"/>
            <a:ext cx="843383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r>
              <a:t>Tools</a:t>
            </a:r>
          </a:p>
        </p:txBody>
      </p:sp>
      <p:sp>
        <p:nvSpPr>
          <p:cNvPr id="48" name="Gear">
            <a:extLst>
              <a:ext uri="{FF2B5EF4-FFF2-40B4-BE49-F238E27FC236}">
                <a16:creationId xmlns:a16="http://schemas.microsoft.com/office/drawing/2014/main" id="{533F02EF-592B-49EE-9086-A7581D9310C0}"/>
              </a:ext>
            </a:extLst>
          </p:cNvPr>
          <p:cNvSpPr/>
          <p:nvPr/>
        </p:nvSpPr>
        <p:spPr>
          <a:xfrm>
            <a:off x="14366110" y="8902851"/>
            <a:ext cx="494399" cy="4922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9384" y="0"/>
                </a:moveTo>
                <a:cubicBezTo>
                  <a:pt x="9373" y="0"/>
                  <a:pt x="9237" y="27"/>
                  <a:pt x="9075" y="54"/>
                </a:cubicBezTo>
                <a:lnTo>
                  <a:pt x="7468" y="445"/>
                </a:lnTo>
                <a:cubicBezTo>
                  <a:pt x="7312" y="494"/>
                  <a:pt x="7177" y="531"/>
                  <a:pt x="7166" y="537"/>
                </a:cubicBezTo>
                <a:cubicBezTo>
                  <a:pt x="7161" y="542"/>
                  <a:pt x="7154" y="677"/>
                  <a:pt x="7154" y="840"/>
                </a:cubicBezTo>
                <a:lnTo>
                  <a:pt x="7166" y="1761"/>
                </a:lnTo>
                <a:cubicBezTo>
                  <a:pt x="7166" y="1924"/>
                  <a:pt x="7047" y="2119"/>
                  <a:pt x="6902" y="2190"/>
                </a:cubicBezTo>
                <a:lnTo>
                  <a:pt x="6151" y="2574"/>
                </a:lnTo>
                <a:cubicBezTo>
                  <a:pt x="6006" y="2655"/>
                  <a:pt x="5778" y="2644"/>
                  <a:pt x="5649" y="2547"/>
                </a:cubicBezTo>
                <a:lnTo>
                  <a:pt x="4900" y="2010"/>
                </a:lnTo>
                <a:cubicBezTo>
                  <a:pt x="4765" y="1913"/>
                  <a:pt x="4651" y="1842"/>
                  <a:pt x="4645" y="1848"/>
                </a:cubicBezTo>
                <a:cubicBezTo>
                  <a:pt x="4640" y="1853"/>
                  <a:pt x="4527" y="1941"/>
                  <a:pt x="4398" y="2044"/>
                </a:cubicBezTo>
                <a:lnTo>
                  <a:pt x="3162" y="3116"/>
                </a:lnTo>
                <a:cubicBezTo>
                  <a:pt x="3043" y="3230"/>
                  <a:pt x="2941" y="3327"/>
                  <a:pt x="2936" y="3333"/>
                </a:cubicBezTo>
                <a:cubicBezTo>
                  <a:pt x="2930" y="3338"/>
                  <a:pt x="2990" y="3462"/>
                  <a:pt x="3065" y="3609"/>
                </a:cubicBezTo>
                <a:lnTo>
                  <a:pt x="3490" y="4401"/>
                </a:lnTo>
                <a:cubicBezTo>
                  <a:pt x="3566" y="4548"/>
                  <a:pt x="3551" y="4769"/>
                  <a:pt x="3448" y="4899"/>
                </a:cubicBezTo>
                <a:lnTo>
                  <a:pt x="2909" y="5648"/>
                </a:lnTo>
                <a:cubicBezTo>
                  <a:pt x="2817" y="5783"/>
                  <a:pt x="2612" y="5879"/>
                  <a:pt x="2450" y="5858"/>
                </a:cubicBezTo>
                <a:lnTo>
                  <a:pt x="1548" y="5739"/>
                </a:lnTo>
                <a:cubicBezTo>
                  <a:pt x="1386" y="5717"/>
                  <a:pt x="1251" y="5707"/>
                  <a:pt x="1246" y="5712"/>
                </a:cubicBezTo>
                <a:cubicBezTo>
                  <a:pt x="1241" y="5717"/>
                  <a:pt x="1181" y="5848"/>
                  <a:pt x="1111" y="6000"/>
                </a:cubicBezTo>
                <a:lnTo>
                  <a:pt x="518" y="7483"/>
                </a:lnTo>
                <a:cubicBezTo>
                  <a:pt x="464" y="7640"/>
                  <a:pt x="420" y="7776"/>
                  <a:pt x="415" y="7781"/>
                </a:cubicBezTo>
                <a:cubicBezTo>
                  <a:pt x="415" y="7792"/>
                  <a:pt x="523" y="7874"/>
                  <a:pt x="658" y="7966"/>
                </a:cubicBezTo>
                <a:lnTo>
                  <a:pt x="1381" y="8454"/>
                </a:lnTo>
                <a:cubicBezTo>
                  <a:pt x="1516" y="8546"/>
                  <a:pt x="1602" y="8752"/>
                  <a:pt x="1570" y="8914"/>
                </a:cubicBezTo>
                <a:lnTo>
                  <a:pt x="1420" y="9944"/>
                </a:lnTo>
                <a:cubicBezTo>
                  <a:pt x="1404" y="10106"/>
                  <a:pt x="1263" y="10291"/>
                  <a:pt x="1106" y="10345"/>
                </a:cubicBezTo>
                <a:lnTo>
                  <a:pt x="280" y="10648"/>
                </a:lnTo>
                <a:cubicBezTo>
                  <a:pt x="123" y="10702"/>
                  <a:pt x="0" y="10758"/>
                  <a:pt x="0" y="10769"/>
                </a:cubicBezTo>
                <a:cubicBezTo>
                  <a:pt x="0" y="10779"/>
                  <a:pt x="6" y="10919"/>
                  <a:pt x="17" y="11082"/>
                </a:cubicBezTo>
                <a:lnTo>
                  <a:pt x="167" y="12626"/>
                </a:lnTo>
                <a:cubicBezTo>
                  <a:pt x="194" y="12789"/>
                  <a:pt x="210" y="12930"/>
                  <a:pt x="216" y="12941"/>
                </a:cubicBezTo>
                <a:cubicBezTo>
                  <a:pt x="216" y="12952"/>
                  <a:pt x="350" y="12974"/>
                  <a:pt x="518" y="12990"/>
                </a:cubicBezTo>
                <a:lnTo>
                  <a:pt x="1354" y="13082"/>
                </a:lnTo>
                <a:cubicBezTo>
                  <a:pt x="1516" y="13098"/>
                  <a:pt x="1688" y="13245"/>
                  <a:pt x="1737" y="13402"/>
                </a:cubicBezTo>
                <a:lnTo>
                  <a:pt x="2121" y="14501"/>
                </a:lnTo>
                <a:cubicBezTo>
                  <a:pt x="2181" y="14653"/>
                  <a:pt x="2142" y="14881"/>
                  <a:pt x="2028" y="15000"/>
                </a:cubicBezTo>
                <a:lnTo>
                  <a:pt x="1457" y="15624"/>
                </a:lnTo>
                <a:cubicBezTo>
                  <a:pt x="1349" y="15743"/>
                  <a:pt x="1258" y="15850"/>
                  <a:pt x="1263" y="15856"/>
                </a:cubicBezTo>
                <a:cubicBezTo>
                  <a:pt x="1268" y="15861"/>
                  <a:pt x="1338" y="15986"/>
                  <a:pt x="1425" y="16127"/>
                </a:cubicBezTo>
                <a:lnTo>
                  <a:pt x="2256" y="17380"/>
                </a:lnTo>
                <a:cubicBezTo>
                  <a:pt x="2353" y="17510"/>
                  <a:pt x="2440" y="17623"/>
                  <a:pt x="2445" y="17634"/>
                </a:cubicBezTo>
                <a:cubicBezTo>
                  <a:pt x="2450" y="17639"/>
                  <a:pt x="2579" y="17595"/>
                  <a:pt x="2730" y="17535"/>
                </a:cubicBezTo>
                <a:lnTo>
                  <a:pt x="3490" y="17232"/>
                </a:lnTo>
                <a:cubicBezTo>
                  <a:pt x="3641" y="17173"/>
                  <a:pt x="3863" y="17216"/>
                  <a:pt x="3976" y="17336"/>
                </a:cubicBezTo>
                <a:lnTo>
                  <a:pt x="4905" y="18192"/>
                </a:lnTo>
                <a:cubicBezTo>
                  <a:pt x="5029" y="18295"/>
                  <a:pt x="5100" y="18511"/>
                  <a:pt x="5062" y="18673"/>
                </a:cubicBezTo>
                <a:lnTo>
                  <a:pt x="4851" y="19476"/>
                </a:lnTo>
                <a:cubicBezTo>
                  <a:pt x="4808" y="19633"/>
                  <a:pt x="4780" y="19769"/>
                  <a:pt x="4785" y="19774"/>
                </a:cubicBezTo>
                <a:cubicBezTo>
                  <a:pt x="4791" y="19780"/>
                  <a:pt x="4915" y="19850"/>
                  <a:pt x="5055" y="19937"/>
                </a:cubicBezTo>
                <a:lnTo>
                  <a:pt x="6345" y="20631"/>
                </a:lnTo>
                <a:cubicBezTo>
                  <a:pt x="6491" y="20701"/>
                  <a:pt x="6621" y="20761"/>
                  <a:pt x="6632" y="20766"/>
                </a:cubicBezTo>
                <a:cubicBezTo>
                  <a:pt x="6637" y="20772"/>
                  <a:pt x="6735" y="20668"/>
                  <a:pt x="6843" y="20543"/>
                </a:cubicBezTo>
                <a:lnTo>
                  <a:pt x="7370" y="19932"/>
                </a:lnTo>
                <a:cubicBezTo>
                  <a:pt x="7478" y="19807"/>
                  <a:pt x="7694" y="19742"/>
                  <a:pt x="7851" y="19791"/>
                </a:cubicBezTo>
                <a:lnTo>
                  <a:pt x="9136" y="20116"/>
                </a:lnTo>
                <a:cubicBezTo>
                  <a:pt x="9298" y="20149"/>
                  <a:pt x="9459" y="20306"/>
                  <a:pt x="9497" y="20468"/>
                </a:cubicBezTo>
                <a:lnTo>
                  <a:pt x="9680" y="21259"/>
                </a:lnTo>
                <a:cubicBezTo>
                  <a:pt x="9718" y="21422"/>
                  <a:pt x="9756" y="21552"/>
                  <a:pt x="9761" y="21552"/>
                </a:cubicBezTo>
                <a:cubicBezTo>
                  <a:pt x="9767" y="21552"/>
                  <a:pt x="9911" y="21562"/>
                  <a:pt x="10073" y="21573"/>
                </a:cubicBezTo>
                <a:lnTo>
                  <a:pt x="10500" y="21595"/>
                </a:lnTo>
                <a:cubicBezTo>
                  <a:pt x="10662" y="21600"/>
                  <a:pt x="10931" y="21600"/>
                  <a:pt x="11098" y="21595"/>
                </a:cubicBezTo>
                <a:lnTo>
                  <a:pt x="11525" y="21573"/>
                </a:lnTo>
                <a:cubicBezTo>
                  <a:pt x="11687" y="21562"/>
                  <a:pt x="11828" y="21552"/>
                  <a:pt x="11839" y="21552"/>
                </a:cubicBezTo>
                <a:cubicBezTo>
                  <a:pt x="11849" y="21552"/>
                  <a:pt x="11882" y="21416"/>
                  <a:pt x="11920" y="21259"/>
                </a:cubicBezTo>
                <a:lnTo>
                  <a:pt x="12103" y="20468"/>
                </a:lnTo>
                <a:cubicBezTo>
                  <a:pt x="12141" y="20306"/>
                  <a:pt x="12302" y="20149"/>
                  <a:pt x="12464" y="20116"/>
                </a:cubicBezTo>
                <a:lnTo>
                  <a:pt x="13749" y="19791"/>
                </a:lnTo>
                <a:cubicBezTo>
                  <a:pt x="13906" y="19742"/>
                  <a:pt x="14120" y="19807"/>
                  <a:pt x="14228" y="19932"/>
                </a:cubicBezTo>
                <a:lnTo>
                  <a:pt x="14757" y="20543"/>
                </a:lnTo>
                <a:cubicBezTo>
                  <a:pt x="14865" y="20668"/>
                  <a:pt x="14957" y="20767"/>
                  <a:pt x="14968" y="20766"/>
                </a:cubicBezTo>
                <a:cubicBezTo>
                  <a:pt x="14974" y="20761"/>
                  <a:pt x="15102" y="20701"/>
                  <a:pt x="15253" y="20631"/>
                </a:cubicBezTo>
                <a:lnTo>
                  <a:pt x="16543" y="19937"/>
                </a:lnTo>
                <a:cubicBezTo>
                  <a:pt x="16683" y="19850"/>
                  <a:pt x="16802" y="19780"/>
                  <a:pt x="16813" y="19774"/>
                </a:cubicBezTo>
                <a:cubicBezTo>
                  <a:pt x="16818" y="19769"/>
                  <a:pt x="16792" y="19633"/>
                  <a:pt x="16749" y="19476"/>
                </a:cubicBezTo>
                <a:lnTo>
                  <a:pt x="16538" y="18673"/>
                </a:lnTo>
                <a:cubicBezTo>
                  <a:pt x="16495" y="18516"/>
                  <a:pt x="16565" y="18301"/>
                  <a:pt x="16695" y="18192"/>
                </a:cubicBezTo>
                <a:lnTo>
                  <a:pt x="17622" y="17336"/>
                </a:lnTo>
                <a:cubicBezTo>
                  <a:pt x="17736" y="17216"/>
                  <a:pt x="17957" y="17173"/>
                  <a:pt x="18108" y="17232"/>
                </a:cubicBezTo>
                <a:lnTo>
                  <a:pt x="18868" y="17535"/>
                </a:lnTo>
                <a:cubicBezTo>
                  <a:pt x="19019" y="17595"/>
                  <a:pt x="19150" y="17639"/>
                  <a:pt x="19155" y="17634"/>
                </a:cubicBezTo>
                <a:cubicBezTo>
                  <a:pt x="19160" y="17628"/>
                  <a:pt x="19247" y="17515"/>
                  <a:pt x="19344" y="17380"/>
                </a:cubicBezTo>
                <a:lnTo>
                  <a:pt x="20175" y="16127"/>
                </a:lnTo>
                <a:cubicBezTo>
                  <a:pt x="20262" y="15986"/>
                  <a:pt x="20332" y="15861"/>
                  <a:pt x="20337" y="15856"/>
                </a:cubicBezTo>
                <a:cubicBezTo>
                  <a:pt x="20342" y="15850"/>
                  <a:pt x="20256" y="15743"/>
                  <a:pt x="20143" y="15624"/>
                </a:cubicBezTo>
                <a:lnTo>
                  <a:pt x="19570" y="14989"/>
                </a:lnTo>
                <a:cubicBezTo>
                  <a:pt x="19462" y="14869"/>
                  <a:pt x="19419" y="14642"/>
                  <a:pt x="19479" y="14491"/>
                </a:cubicBezTo>
                <a:lnTo>
                  <a:pt x="19862" y="13390"/>
                </a:lnTo>
                <a:cubicBezTo>
                  <a:pt x="19910" y="13233"/>
                  <a:pt x="20082" y="13088"/>
                  <a:pt x="20244" y="13072"/>
                </a:cubicBezTo>
                <a:lnTo>
                  <a:pt x="21081" y="12978"/>
                </a:lnTo>
                <a:cubicBezTo>
                  <a:pt x="21243" y="12962"/>
                  <a:pt x="21379" y="12940"/>
                  <a:pt x="21384" y="12929"/>
                </a:cubicBezTo>
                <a:cubicBezTo>
                  <a:pt x="21384" y="12918"/>
                  <a:pt x="21404" y="12784"/>
                  <a:pt x="21431" y="12616"/>
                </a:cubicBezTo>
                <a:lnTo>
                  <a:pt x="21583" y="11072"/>
                </a:lnTo>
                <a:cubicBezTo>
                  <a:pt x="21594" y="10909"/>
                  <a:pt x="21600" y="10767"/>
                  <a:pt x="21600" y="10757"/>
                </a:cubicBezTo>
                <a:cubicBezTo>
                  <a:pt x="21584" y="10757"/>
                  <a:pt x="21460" y="10702"/>
                  <a:pt x="21303" y="10648"/>
                </a:cubicBezTo>
                <a:lnTo>
                  <a:pt x="20477" y="10345"/>
                </a:lnTo>
                <a:cubicBezTo>
                  <a:pt x="20321" y="10291"/>
                  <a:pt x="20180" y="10106"/>
                  <a:pt x="20163" y="9944"/>
                </a:cubicBezTo>
                <a:lnTo>
                  <a:pt x="20013" y="8914"/>
                </a:lnTo>
                <a:cubicBezTo>
                  <a:pt x="19981" y="8752"/>
                  <a:pt x="20067" y="8546"/>
                  <a:pt x="20202" y="8454"/>
                </a:cubicBezTo>
                <a:lnTo>
                  <a:pt x="20926" y="7966"/>
                </a:lnTo>
                <a:cubicBezTo>
                  <a:pt x="21060" y="7874"/>
                  <a:pt x="21174" y="7792"/>
                  <a:pt x="21168" y="7781"/>
                </a:cubicBezTo>
                <a:cubicBezTo>
                  <a:pt x="21168" y="7770"/>
                  <a:pt x="21119" y="7640"/>
                  <a:pt x="21065" y="7483"/>
                </a:cubicBezTo>
                <a:lnTo>
                  <a:pt x="20472" y="6000"/>
                </a:lnTo>
                <a:cubicBezTo>
                  <a:pt x="20402" y="5848"/>
                  <a:pt x="20342" y="5723"/>
                  <a:pt x="20337" y="5712"/>
                </a:cubicBezTo>
                <a:cubicBezTo>
                  <a:pt x="20332" y="5701"/>
                  <a:pt x="20197" y="5717"/>
                  <a:pt x="20035" y="5739"/>
                </a:cubicBezTo>
                <a:lnTo>
                  <a:pt x="19133" y="5858"/>
                </a:lnTo>
                <a:cubicBezTo>
                  <a:pt x="18971" y="5879"/>
                  <a:pt x="18761" y="5788"/>
                  <a:pt x="18674" y="5648"/>
                </a:cubicBezTo>
                <a:lnTo>
                  <a:pt x="18135" y="4899"/>
                </a:lnTo>
                <a:cubicBezTo>
                  <a:pt x="18032" y="4769"/>
                  <a:pt x="18017" y="4548"/>
                  <a:pt x="18093" y="4401"/>
                </a:cubicBezTo>
                <a:lnTo>
                  <a:pt x="18518" y="3609"/>
                </a:lnTo>
                <a:cubicBezTo>
                  <a:pt x="18593" y="3462"/>
                  <a:pt x="18653" y="3338"/>
                  <a:pt x="18647" y="3333"/>
                </a:cubicBezTo>
                <a:cubicBezTo>
                  <a:pt x="18642" y="3327"/>
                  <a:pt x="18540" y="3230"/>
                  <a:pt x="18422" y="3116"/>
                </a:cubicBezTo>
                <a:lnTo>
                  <a:pt x="17186" y="2044"/>
                </a:lnTo>
                <a:cubicBezTo>
                  <a:pt x="17056" y="1941"/>
                  <a:pt x="16943" y="1853"/>
                  <a:pt x="16938" y="1848"/>
                </a:cubicBezTo>
                <a:cubicBezTo>
                  <a:pt x="16932" y="1842"/>
                  <a:pt x="16813" y="1918"/>
                  <a:pt x="16683" y="2010"/>
                </a:cubicBezTo>
                <a:lnTo>
                  <a:pt x="15934" y="2547"/>
                </a:lnTo>
                <a:cubicBezTo>
                  <a:pt x="15800" y="2644"/>
                  <a:pt x="15572" y="2655"/>
                  <a:pt x="15432" y="2574"/>
                </a:cubicBezTo>
                <a:lnTo>
                  <a:pt x="14682" y="2190"/>
                </a:lnTo>
                <a:cubicBezTo>
                  <a:pt x="14531" y="2119"/>
                  <a:pt x="14411" y="1929"/>
                  <a:pt x="14417" y="1761"/>
                </a:cubicBezTo>
                <a:lnTo>
                  <a:pt x="14429" y="840"/>
                </a:lnTo>
                <a:cubicBezTo>
                  <a:pt x="14429" y="677"/>
                  <a:pt x="14428" y="537"/>
                  <a:pt x="14417" y="537"/>
                </a:cubicBezTo>
                <a:cubicBezTo>
                  <a:pt x="14411" y="531"/>
                  <a:pt x="14272" y="494"/>
                  <a:pt x="14115" y="445"/>
                </a:cubicBezTo>
                <a:lnTo>
                  <a:pt x="12508" y="54"/>
                </a:lnTo>
                <a:cubicBezTo>
                  <a:pt x="12346" y="22"/>
                  <a:pt x="12205" y="0"/>
                  <a:pt x="12200" y="0"/>
                </a:cubicBezTo>
                <a:cubicBezTo>
                  <a:pt x="12189" y="0"/>
                  <a:pt x="12125" y="120"/>
                  <a:pt x="12049" y="266"/>
                </a:cubicBezTo>
                <a:lnTo>
                  <a:pt x="11628" y="1096"/>
                </a:lnTo>
                <a:cubicBezTo>
                  <a:pt x="11552" y="1242"/>
                  <a:pt x="11358" y="1355"/>
                  <a:pt x="11196" y="1350"/>
                </a:cubicBezTo>
                <a:lnTo>
                  <a:pt x="10387" y="1350"/>
                </a:lnTo>
                <a:cubicBezTo>
                  <a:pt x="10225" y="1355"/>
                  <a:pt x="10025" y="1242"/>
                  <a:pt x="9955" y="1096"/>
                </a:cubicBezTo>
                <a:lnTo>
                  <a:pt x="9534" y="266"/>
                </a:lnTo>
                <a:cubicBezTo>
                  <a:pt x="9458" y="120"/>
                  <a:pt x="9394" y="0"/>
                  <a:pt x="9384" y="0"/>
                </a:cubicBezTo>
                <a:close/>
                <a:moveTo>
                  <a:pt x="10792" y="5820"/>
                </a:moveTo>
                <a:cubicBezTo>
                  <a:pt x="13533" y="5820"/>
                  <a:pt x="15761" y="8053"/>
                  <a:pt x="15761" y="10811"/>
                </a:cubicBezTo>
                <a:cubicBezTo>
                  <a:pt x="15761" y="13569"/>
                  <a:pt x="13533" y="15801"/>
                  <a:pt x="10792" y="15801"/>
                </a:cubicBezTo>
                <a:cubicBezTo>
                  <a:pt x="8051" y="15801"/>
                  <a:pt x="5822" y="13569"/>
                  <a:pt x="5822" y="10811"/>
                </a:cubicBezTo>
                <a:cubicBezTo>
                  <a:pt x="5822" y="8053"/>
                  <a:pt x="8045" y="5820"/>
                  <a:pt x="10792" y="5820"/>
                </a:cubicBezTo>
                <a:close/>
                <a:moveTo>
                  <a:pt x="10792" y="7592"/>
                </a:moveTo>
                <a:cubicBezTo>
                  <a:pt x="9016" y="7592"/>
                  <a:pt x="7581" y="9033"/>
                  <a:pt x="7581" y="10816"/>
                </a:cubicBezTo>
                <a:cubicBezTo>
                  <a:pt x="7581" y="12593"/>
                  <a:pt x="9016" y="14040"/>
                  <a:pt x="10792" y="14040"/>
                </a:cubicBezTo>
                <a:cubicBezTo>
                  <a:pt x="12567" y="14040"/>
                  <a:pt x="14002" y="12599"/>
                  <a:pt x="14002" y="10816"/>
                </a:cubicBezTo>
                <a:cubicBezTo>
                  <a:pt x="14002" y="9033"/>
                  <a:pt x="12567" y="7592"/>
                  <a:pt x="10792" y="7592"/>
                </a:cubicBezTo>
                <a:close/>
              </a:path>
            </a:pathLst>
          </a:custGeom>
          <a:solidFill>
            <a:schemeClr val="accent3">
              <a:hueOff val="-705272"/>
              <a:satOff val="-43276"/>
              <a:lumOff val="-1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chemeClr val="accent1">
                    <a:satOff val="5092"/>
                    <a:lumOff val="-28652"/>
                  </a:schemeClr>
                </a:solidFill>
              </a:defRPr>
            </a:pPr>
            <a:endParaRPr/>
          </a:p>
        </p:txBody>
      </p:sp>
      <p:sp>
        <p:nvSpPr>
          <p:cNvPr id="49" name="Custom Tools for Agents">
            <a:extLst>
              <a:ext uri="{FF2B5EF4-FFF2-40B4-BE49-F238E27FC236}">
                <a16:creationId xmlns:a16="http://schemas.microsoft.com/office/drawing/2014/main" id="{0BE5B808-ECA3-4187-9C89-C9F3FAD7F2F5}"/>
              </a:ext>
            </a:extLst>
          </p:cNvPr>
          <p:cNvSpPr txBox="1"/>
          <p:nvPr/>
        </p:nvSpPr>
        <p:spPr>
          <a:xfrm>
            <a:off x="14910579" y="8926727"/>
            <a:ext cx="2950973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</a:lstStyle>
          <a:p>
            <a:r>
              <a:t>Custom Tools for Agents</a:t>
            </a:r>
          </a:p>
        </p:txBody>
      </p:sp>
      <p:sp>
        <p:nvSpPr>
          <p:cNvPr id="50" name="File Store in AlloyDB…">
            <a:extLst>
              <a:ext uri="{FF2B5EF4-FFF2-40B4-BE49-F238E27FC236}">
                <a16:creationId xmlns:a16="http://schemas.microsoft.com/office/drawing/2014/main" id="{01C12E93-017F-4467-A51F-2D99A7FC7EB5}"/>
              </a:ext>
            </a:extLst>
          </p:cNvPr>
          <p:cNvSpPr txBox="1"/>
          <p:nvPr/>
        </p:nvSpPr>
        <p:spPr>
          <a:xfrm>
            <a:off x="14347868" y="9691082"/>
            <a:ext cx="3236354" cy="131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File Store in </a:t>
            </a:r>
            <a:r>
              <a:rPr lang="en-IN" dirty="0"/>
              <a:t>Alloy DB</a:t>
            </a:r>
            <a:endParaRPr dirty="0"/>
          </a:p>
          <a:p>
            <a:pPr marL="228600" indent="-228600">
              <a:lnSpc>
                <a:spcPct val="50000"/>
              </a:lnSpc>
              <a:spcBef>
                <a:spcPts val="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Retrieval Mechanism</a:t>
            </a:r>
          </a:p>
          <a:p>
            <a:pPr marL="228600" indent="-228600">
              <a:lnSpc>
                <a:spcPct val="50000"/>
              </a:lnSpc>
              <a:spcBef>
                <a:spcPts val="100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File Categorization</a:t>
            </a:r>
            <a:endParaRPr lang="en-US" dirty="0"/>
          </a:p>
          <a:p>
            <a:pPr marL="228600" indent="-228600">
              <a:lnSpc>
                <a:spcPct val="50000"/>
              </a:lnSpc>
              <a:spcBef>
                <a:spcPts val="1000"/>
              </a:spcBef>
              <a:buSzPct val="100000"/>
              <a:buChar char="•"/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Entities and Relations Extraction</a:t>
            </a:r>
          </a:p>
        </p:txBody>
      </p:sp>
      <p:pic>
        <p:nvPicPr>
          <p:cNvPr id="51" name="pasted-movie.png" descr="pasted-movie.png">
            <a:extLst>
              <a:ext uri="{FF2B5EF4-FFF2-40B4-BE49-F238E27FC236}">
                <a16:creationId xmlns:a16="http://schemas.microsoft.com/office/drawing/2014/main" id="{8F37A0D4-1E01-4AB0-9725-D687912C5C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6590807" y="10243930"/>
            <a:ext cx="270072" cy="270072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Agent Development Kit">
            <a:extLst>
              <a:ext uri="{FF2B5EF4-FFF2-40B4-BE49-F238E27FC236}">
                <a16:creationId xmlns:a16="http://schemas.microsoft.com/office/drawing/2014/main" id="{3B58F946-F2CE-4A31-B846-1416FC8E1C1E}"/>
              </a:ext>
            </a:extLst>
          </p:cNvPr>
          <p:cNvSpPr txBox="1"/>
          <p:nvPr/>
        </p:nvSpPr>
        <p:spPr>
          <a:xfrm>
            <a:off x="10749897" y="10744555"/>
            <a:ext cx="1051570" cy="441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200">
                <a:solidFill>
                  <a:srgbClr val="000000"/>
                </a:solidFill>
              </a:defRPr>
            </a:lvl1pPr>
          </a:lstStyle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.sl code </a:t>
            </a:r>
            <a:endParaRPr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10442AB-D6E9-4910-8493-43F9435180B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655" y="10535715"/>
            <a:ext cx="731846" cy="781073"/>
          </a:xfrm>
          <a:prstGeom prst="rect">
            <a:avLst/>
          </a:prstGeom>
        </p:spPr>
      </p:pic>
      <p:sp>
        <p:nvSpPr>
          <p:cNvPr id="52" name="Fig: SeerVault’s High-Level Architecture">
            <a:extLst>
              <a:ext uri="{FF2B5EF4-FFF2-40B4-BE49-F238E27FC236}">
                <a16:creationId xmlns:a16="http://schemas.microsoft.com/office/drawing/2014/main" id="{0A2FAAA8-986A-4147-9F8D-99E6636E64C1}"/>
              </a:ext>
            </a:extLst>
          </p:cNvPr>
          <p:cNvSpPr txBox="1"/>
          <p:nvPr/>
        </p:nvSpPr>
        <p:spPr>
          <a:xfrm>
            <a:off x="8172895" y="12872272"/>
            <a:ext cx="461518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i="1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dirty="0"/>
              <a:t>Fig: SeerVault’s High-Level Architecture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5_DynamicWavesDark">
  <a:themeElements>
    <a:clrScheme name="35_DynamicWavesDark">
      <a:dk1>
        <a:srgbClr val="FF0000"/>
      </a:dk1>
      <a:lt1>
        <a:srgbClr val="FFFFFF"/>
      </a:lt1>
      <a:dk2>
        <a:srgbClr val="53585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5_DynamicWaves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5_DynamicWaves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5_DynamicWavesDark">
  <a:themeElements>
    <a:clrScheme name="35_DynamicWavesDark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5_DynamicWaves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5_DynamicWaves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344</Words>
  <Application>Microsoft Office PowerPoint</Application>
  <PresentationFormat>Custom</PresentationFormat>
  <Paragraphs>134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Avenir Next Regular</vt:lpstr>
      <vt:lpstr>Graphik</vt:lpstr>
      <vt:lpstr>Graphik Light</vt:lpstr>
      <vt:lpstr>Helvetica Neue</vt:lpstr>
      <vt:lpstr>Produkt Extralight</vt:lpstr>
      <vt:lpstr>Produkt Light</vt:lpstr>
      <vt:lpstr>35_DynamicWavesDark</vt:lpstr>
      <vt:lpstr>Marvin Product Development Model</vt:lpstr>
      <vt:lpstr>Modular Vs Microkernel Architecture</vt:lpstr>
      <vt:lpstr>PowerPoint Presentation</vt:lpstr>
      <vt:lpstr>Ontology</vt:lpstr>
      <vt:lpstr>Ontology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Marvin Product Development Model</dc:title>
  <cp:lastModifiedBy>ASUS</cp:lastModifiedBy>
  <cp:revision>28</cp:revision>
  <dcterms:modified xsi:type="dcterms:W3CDTF">2025-11-09T17:17:30Z</dcterms:modified>
</cp:coreProperties>
</file>